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16"/>
  </p:notesMasterIdLst>
  <p:handoutMasterIdLst>
    <p:handoutMasterId r:id="rId17"/>
  </p:handoutMasterIdLst>
  <p:sldIdLst>
    <p:sldId id="256" r:id="rId2"/>
    <p:sldId id="338" r:id="rId3"/>
    <p:sldId id="339" r:id="rId4"/>
    <p:sldId id="340" r:id="rId5"/>
    <p:sldId id="341" r:id="rId6"/>
    <p:sldId id="350" r:id="rId7"/>
    <p:sldId id="343" r:id="rId8"/>
    <p:sldId id="347" r:id="rId9"/>
    <p:sldId id="342" r:id="rId10"/>
    <p:sldId id="345" r:id="rId11"/>
    <p:sldId id="344" r:id="rId12"/>
    <p:sldId id="346" r:id="rId13"/>
    <p:sldId id="348" r:id="rId14"/>
    <p:sldId id="349" r:id="rId15"/>
  </p:sldIdLst>
  <p:sldSz cx="12192000" cy="6858000"/>
  <p:notesSz cx="7315200" cy="96012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FFFFCC"/>
    <a:srgbClr val="FF9900"/>
    <a:srgbClr val="FFFFFF"/>
    <a:srgbClr val="99CCFF"/>
    <a:srgbClr val="FFFFDD"/>
    <a:srgbClr val="FFF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87226" autoAdjust="0"/>
  </p:normalViewPr>
  <p:slideViewPr>
    <p:cSldViewPr>
      <p:cViewPr varScale="1">
        <p:scale>
          <a:sx n="93" d="100"/>
          <a:sy n="93" d="100"/>
        </p:scale>
        <p:origin x="1152" y="78"/>
      </p:cViewPr>
      <p:guideLst>
        <p:guide orient="horz" pos="2160"/>
        <p:guide pos="3840"/>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Esteban Gutiérrez-Fonseca (he/him)" userId="25bdc618-995f-415b-9b28-31563f05eb38" providerId="ADAL" clId="{7D9C72EA-3835-4851-B556-7D2600718D23}"/>
    <pc:docChg chg="undo custSel addSld delSld modSld">
      <pc:chgData name="Pablo Esteban Gutiérrez-Fonseca (he/him)" userId="25bdc618-995f-415b-9b28-31563f05eb38" providerId="ADAL" clId="{7D9C72EA-3835-4851-B556-7D2600718D23}" dt="2024-11-19T15:13:46.480" v="342" actId="20577"/>
      <pc:docMkLst>
        <pc:docMk/>
      </pc:docMkLst>
      <pc:sldChg chg="addSp modSp mod modAnim">
        <pc:chgData name="Pablo Esteban Gutiérrez-Fonseca (he/him)" userId="25bdc618-995f-415b-9b28-31563f05eb38" providerId="ADAL" clId="{7D9C72EA-3835-4851-B556-7D2600718D23}" dt="2024-11-19T13:48:08.064" v="215" actId="20577"/>
        <pc:sldMkLst>
          <pc:docMk/>
          <pc:sldMk cId="452531698" sldId="338"/>
        </pc:sldMkLst>
      </pc:sldChg>
      <pc:sldChg chg="addSp delSp modSp new mod">
        <pc:chgData name="Pablo Esteban Gutiérrez-Fonseca (he/him)" userId="25bdc618-995f-415b-9b28-31563f05eb38" providerId="ADAL" clId="{7D9C72EA-3835-4851-B556-7D2600718D23}" dt="2024-11-18T18:38:52.179" v="181" actId="115"/>
        <pc:sldMkLst>
          <pc:docMk/>
          <pc:sldMk cId="1752915387" sldId="339"/>
        </pc:sldMkLst>
      </pc:sldChg>
      <pc:sldChg chg="modSp add mod">
        <pc:chgData name="Pablo Esteban Gutiérrez-Fonseca (he/him)" userId="25bdc618-995f-415b-9b28-31563f05eb38" providerId="ADAL" clId="{7D9C72EA-3835-4851-B556-7D2600718D23}" dt="2024-11-18T17:38:28.809" v="46" actId="113"/>
        <pc:sldMkLst>
          <pc:docMk/>
          <pc:sldMk cId="619325884" sldId="340"/>
        </pc:sldMkLst>
      </pc:sldChg>
      <pc:sldChg chg="modSp add mod">
        <pc:chgData name="Pablo Esteban Gutiérrez-Fonseca (he/him)" userId="25bdc618-995f-415b-9b28-31563f05eb38" providerId="ADAL" clId="{7D9C72EA-3835-4851-B556-7D2600718D23}" dt="2024-11-18T18:24:54.364" v="159" actId="20577"/>
        <pc:sldMkLst>
          <pc:docMk/>
          <pc:sldMk cId="3383735679" sldId="341"/>
        </pc:sldMkLst>
      </pc:sldChg>
      <pc:sldChg chg="addSp modSp new mod">
        <pc:chgData name="Pablo Esteban Gutiérrez-Fonseca (he/him)" userId="25bdc618-995f-415b-9b28-31563f05eb38" providerId="ADAL" clId="{7D9C72EA-3835-4851-B556-7D2600718D23}" dt="2024-11-18T17:55:14.089" v="129" actId="20577"/>
        <pc:sldMkLst>
          <pc:docMk/>
          <pc:sldMk cId="2093514399" sldId="342"/>
        </pc:sldMkLst>
      </pc:sldChg>
      <pc:sldChg chg="modSp new mod">
        <pc:chgData name="Pablo Esteban Gutiérrez-Fonseca (he/him)" userId="25bdc618-995f-415b-9b28-31563f05eb38" providerId="ADAL" clId="{7D9C72EA-3835-4851-B556-7D2600718D23}" dt="2024-11-18T18:26:08.284" v="173" actId="20577"/>
        <pc:sldMkLst>
          <pc:docMk/>
          <pc:sldMk cId="661343838" sldId="343"/>
        </pc:sldMkLst>
      </pc:sldChg>
      <pc:sldChg chg="addSp modSp new mod">
        <pc:chgData name="Pablo Esteban Gutiérrez-Fonseca (he/him)" userId="25bdc618-995f-415b-9b28-31563f05eb38" providerId="ADAL" clId="{7D9C72EA-3835-4851-B556-7D2600718D23}" dt="2024-11-18T19:22:01.992" v="200" actId="108"/>
        <pc:sldMkLst>
          <pc:docMk/>
          <pc:sldMk cId="1501656931" sldId="344"/>
        </pc:sldMkLst>
      </pc:sldChg>
      <pc:sldChg chg="delSp modSp add mod">
        <pc:chgData name="Pablo Esteban Gutiérrez-Fonseca (he/him)" userId="25bdc618-995f-415b-9b28-31563f05eb38" providerId="ADAL" clId="{7D9C72EA-3835-4851-B556-7D2600718D23}" dt="2024-11-18T19:22:24.776" v="204" actId="108"/>
        <pc:sldMkLst>
          <pc:docMk/>
          <pc:sldMk cId="1244028986" sldId="345"/>
        </pc:sldMkLst>
      </pc:sldChg>
      <pc:sldChg chg="modSp new mod">
        <pc:chgData name="Pablo Esteban Gutiérrez-Fonseca (he/him)" userId="25bdc618-995f-415b-9b28-31563f05eb38" providerId="ADAL" clId="{7D9C72EA-3835-4851-B556-7D2600718D23}" dt="2024-11-19T15:13:32.257" v="338"/>
        <pc:sldMkLst>
          <pc:docMk/>
          <pc:sldMk cId="1670107377" sldId="346"/>
        </pc:sldMkLst>
      </pc:sldChg>
      <pc:sldChg chg="addSp modSp new mod modAnim">
        <pc:chgData name="Pablo Esteban Gutiérrez-Fonseca (he/him)" userId="25bdc618-995f-415b-9b28-31563f05eb38" providerId="ADAL" clId="{7D9C72EA-3835-4851-B556-7D2600718D23}" dt="2024-11-19T13:52:05.582" v="233"/>
        <pc:sldMkLst>
          <pc:docMk/>
          <pc:sldMk cId="3823422360" sldId="347"/>
        </pc:sldMkLst>
      </pc:sldChg>
      <pc:sldChg chg="modSp add mod">
        <pc:chgData name="Pablo Esteban Gutiérrez-Fonseca (he/him)" userId="25bdc618-995f-415b-9b28-31563f05eb38" providerId="ADAL" clId="{7D9C72EA-3835-4851-B556-7D2600718D23}" dt="2024-11-19T13:57:29.500" v="283" actId="113"/>
        <pc:sldMkLst>
          <pc:docMk/>
          <pc:sldMk cId="2410762563" sldId="348"/>
        </pc:sldMkLst>
      </pc:sldChg>
      <pc:sldChg chg="modSp add mod">
        <pc:chgData name="Pablo Esteban Gutiérrez-Fonseca (he/him)" userId="25bdc618-995f-415b-9b28-31563f05eb38" providerId="ADAL" clId="{7D9C72EA-3835-4851-B556-7D2600718D23}" dt="2024-11-19T15:13:46.480" v="342" actId="20577"/>
        <pc:sldMkLst>
          <pc:docMk/>
          <pc:sldMk cId="1726084656" sldId="349"/>
        </pc:sldMkLst>
      </pc:sldChg>
      <pc:sldChg chg="del">
        <pc:chgData name="Pablo Esteban Gutiérrez-Fonseca (he/him)" userId="25bdc618-995f-415b-9b28-31563f05eb38" providerId="ADAL" clId="{7D9C72EA-3835-4851-B556-7D2600718D23}" dt="2024-11-18T17:31:59.901" v="0" actId="47"/>
        <pc:sldMkLst>
          <pc:docMk/>
          <pc:sldMk cId="0" sldId="353"/>
        </pc:sldMkLst>
      </pc:sldChg>
      <pc:sldChg chg="del">
        <pc:chgData name="Pablo Esteban Gutiérrez-Fonseca (he/him)" userId="25bdc618-995f-415b-9b28-31563f05eb38" providerId="ADAL" clId="{7D9C72EA-3835-4851-B556-7D2600718D23}" dt="2024-11-18T17:32:06.377" v="1" actId="47"/>
        <pc:sldMkLst>
          <pc:docMk/>
          <pc:sldMk cId="0" sldId="358"/>
        </pc:sldMkLst>
      </pc:sldChg>
      <pc:sldChg chg="del">
        <pc:chgData name="Pablo Esteban Gutiérrez-Fonseca (he/him)" userId="25bdc618-995f-415b-9b28-31563f05eb38" providerId="ADAL" clId="{7D9C72EA-3835-4851-B556-7D2600718D23}" dt="2024-11-18T17:32:06.377" v="1" actId="47"/>
        <pc:sldMkLst>
          <pc:docMk/>
          <pc:sldMk cId="3620885315" sldId="397"/>
        </pc:sldMkLst>
      </pc:sldChg>
      <pc:sldChg chg="del">
        <pc:chgData name="Pablo Esteban Gutiérrez-Fonseca (he/him)" userId="25bdc618-995f-415b-9b28-31563f05eb38" providerId="ADAL" clId="{7D9C72EA-3835-4851-B556-7D2600718D23}" dt="2024-11-18T17:31:59.901" v="0" actId="47"/>
        <pc:sldMkLst>
          <pc:docMk/>
          <pc:sldMk cId="1995688423" sldId="424"/>
        </pc:sldMkLst>
      </pc:sldChg>
      <pc:sldChg chg="del">
        <pc:chgData name="Pablo Esteban Gutiérrez-Fonseca (he/him)" userId="25bdc618-995f-415b-9b28-31563f05eb38" providerId="ADAL" clId="{7D9C72EA-3835-4851-B556-7D2600718D23}" dt="2024-11-18T17:32:06.377" v="1" actId="47"/>
        <pc:sldMkLst>
          <pc:docMk/>
          <pc:sldMk cId="203113774" sldId="425"/>
        </pc:sldMkLst>
      </pc:sldChg>
      <pc:sldChg chg="del">
        <pc:chgData name="Pablo Esteban Gutiérrez-Fonseca (he/him)" userId="25bdc618-995f-415b-9b28-31563f05eb38" providerId="ADAL" clId="{7D9C72EA-3835-4851-B556-7D2600718D23}" dt="2024-11-18T17:32:06.377" v="1" actId="47"/>
        <pc:sldMkLst>
          <pc:docMk/>
          <pc:sldMk cId="31230415" sldId="426"/>
        </pc:sldMkLst>
      </pc:sldChg>
      <pc:sldChg chg="del">
        <pc:chgData name="Pablo Esteban Gutiérrez-Fonseca (he/him)" userId="25bdc618-995f-415b-9b28-31563f05eb38" providerId="ADAL" clId="{7D9C72EA-3835-4851-B556-7D2600718D23}" dt="2024-11-18T17:32:06.377" v="1" actId="47"/>
        <pc:sldMkLst>
          <pc:docMk/>
          <pc:sldMk cId="3836665297" sldId="428"/>
        </pc:sldMkLst>
      </pc:sldChg>
      <pc:sldChg chg="del">
        <pc:chgData name="Pablo Esteban Gutiérrez-Fonseca (he/him)" userId="25bdc618-995f-415b-9b28-31563f05eb38" providerId="ADAL" clId="{7D9C72EA-3835-4851-B556-7D2600718D23}" dt="2024-11-18T17:31:59.901" v="0" actId="47"/>
        <pc:sldMkLst>
          <pc:docMk/>
          <pc:sldMk cId="3252124337" sldId="429"/>
        </pc:sldMkLst>
      </pc:sldChg>
      <pc:sldChg chg="del">
        <pc:chgData name="Pablo Esteban Gutiérrez-Fonseca (he/him)" userId="25bdc618-995f-415b-9b28-31563f05eb38" providerId="ADAL" clId="{7D9C72EA-3835-4851-B556-7D2600718D23}" dt="2024-11-18T17:32:06.377" v="1" actId="47"/>
        <pc:sldMkLst>
          <pc:docMk/>
          <pc:sldMk cId="551786521" sldId="430"/>
        </pc:sldMkLst>
      </pc:sldChg>
      <pc:sldChg chg="del">
        <pc:chgData name="Pablo Esteban Gutiérrez-Fonseca (he/him)" userId="25bdc618-995f-415b-9b28-31563f05eb38" providerId="ADAL" clId="{7D9C72EA-3835-4851-B556-7D2600718D23}" dt="2024-11-18T17:32:06.377" v="1" actId="47"/>
        <pc:sldMkLst>
          <pc:docMk/>
          <pc:sldMk cId="3987978959" sldId="431"/>
        </pc:sldMkLst>
      </pc:sldChg>
      <pc:sldChg chg="del">
        <pc:chgData name="Pablo Esteban Gutiérrez-Fonseca (he/him)" userId="25bdc618-995f-415b-9b28-31563f05eb38" providerId="ADAL" clId="{7D9C72EA-3835-4851-B556-7D2600718D23}" dt="2024-11-18T17:32:06.377" v="1" actId="47"/>
        <pc:sldMkLst>
          <pc:docMk/>
          <pc:sldMk cId="3604376669" sldId="432"/>
        </pc:sldMkLst>
      </pc:sldChg>
      <pc:sldChg chg="del">
        <pc:chgData name="Pablo Esteban Gutiérrez-Fonseca (he/him)" userId="25bdc618-995f-415b-9b28-31563f05eb38" providerId="ADAL" clId="{7D9C72EA-3835-4851-B556-7D2600718D23}" dt="2024-11-18T17:32:06.377" v="1" actId="47"/>
        <pc:sldMkLst>
          <pc:docMk/>
          <pc:sldMk cId="3705508344" sldId="433"/>
        </pc:sldMkLst>
      </pc:sldChg>
      <pc:sldChg chg="del">
        <pc:chgData name="Pablo Esteban Gutiérrez-Fonseca (he/him)" userId="25bdc618-995f-415b-9b28-31563f05eb38" providerId="ADAL" clId="{7D9C72EA-3835-4851-B556-7D2600718D23}" dt="2024-11-18T17:32:06.377" v="1" actId="47"/>
        <pc:sldMkLst>
          <pc:docMk/>
          <pc:sldMk cId="1966377490" sldId="434"/>
        </pc:sldMkLst>
      </pc:sldChg>
      <pc:sldChg chg="del">
        <pc:chgData name="Pablo Esteban Gutiérrez-Fonseca (he/him)" userId="25bdc618-995f-415b-9b28-31563f05eb38" providerId="ADAL" clId="{7D9C72EA-3835-4851-B556-7D2600718D23}" dt="2024-11-18T17:32:06.377" v="1" actId="47"/>
        <pc:sldMkLst>
          <pc:docMk/>
          <pc:sldMk cId="848024198" sldId="435"/>
        </pc:sldMkLst>
      </pc:sldChg>
      <pc:sldChg chg="del">
        <pc:chgData name="Pablo Esteban Gutiérrez-Fonseca (he/him)" userId="25bdc618-995f-415b-9b28-31563f05eb38" providerId="ADAL" clId="{7D9C72EA-3835-4851-B556-7D2600718D23}" dt="2024-11-18T17:32:06.377" v="1" actId="47"/>
        <pc:sldMkLst>
          <pc:docMk/>
          <pc:sldMk cId="377430983" sldId="436"/>
        </pc:sldMkLst>
      </pc:sldChg>
      <pc:sldChg chg="del">
        <pc:chgData name="Pablo Esteban Gutiérrez-Fonseca (he/him)" userId="25bdc618-995f-415b-9b28-31563f05eb38" providerId="ADAL" clId="{7D9C72EA-3835-4851-B556-7D2600718D23}" dt="2024-11-18T17:32:06.377" v="1" actId="47"/>
        <pc:sldMkLst>
          <pc:docMk/>
          <pc:sldMk cId="3554232102" sldId="437"/>
        </pc:sldMkLst>
      </pc:sldChg>
      <pc:sldChg chg="del">
        <pc:chgData name="Pablo Esteban Gutiérrez-Fonseca (he/him)" userId="25bdc618-995f-415b-9b28-31563f05eb38" providerId="ADAL" clId="{7D9C72EA-3835-4851-B556-7D2600718D23}" dt="2024-11-18T17:32:06.377" v="1" actId="47"/>
        <pc:sldMkLst>
          <pc:docMk/>
          <pc:sldMk cId="1529519286" sldId="438"/>
        </pc:sldMkLst>
      </pc:sldChg>
      <pc:sldChg chg="del">
        <pc:chgData name="Pablo Esteban Gutiérrez-Fonseca (he/him)" userId="25bdc618-995f-415b-9b28-31563f05eb38" providerId="ADAL" clId="{7D9C72EA-3835-4851-B556-7D2600718D23}" dt="2024-11-18T17:32:06.377" v="1" actId="47"/>
        <pc:sldMkLst>
          <pc:docMk/>
          <pc:sldMk cId="1276764653" sldId="439"/>
        </pc:sldMkLst>
      </pc:sldChg>
      <pc:sldChg chg="del">
        <pc:chgData name="Pablo Esteban Gutiérrez-Fonseca (he/him)" userId="25bdc618-995f-415b-9b28-31563f05eb38" providerId="ADAL" clId="{7D9C72EA-3835-4851-B556-7D2600718D23}" dt="2024-11-18T17:32:06.377" v="1" actId="47"/>
        <pc:sldMkLst>
          <pc:docMk/>
          <pc:sldMk cId="2710363587" sldId="440"/>
        </pc:sldMkLst>
      </pc:sldChg>
      <pc:sldChg chg="del">
        <pc:chgData name="Pablo Esteban Gutiérrez-Fonseca (he/him)" userId="25bdc618-995f-415b-9b28-31563f05eb38" providerId="ADAL" clId="{7D9C72EA-3835-4851-B556-7D2600718D23}" dt="2024-11-18T17:32:06.377" v="1" actId="47"/>
        <pc:sldMkLst>
          <pc:docMk/>
          <pc:sldMk cId="3650460827" sldId="442"/>
        </pc:sldMkLst>
      </pc:sldChg>
      <pc:sldChg chg="del">
        <pc:chgData name="Pablo Esteban Gutiérrez-Fonseca (he/him)" userId="25bdc618-995f-415b-9b28-31563f05eb38" providerId="ADAL" clId="{7D9C72EA-3835-4851-B556-7D2600718D23}" dt="2024-11-18T17:32:06.377" v="1" actId="47"/>
        <pc:sldMkLst>
          <pc:docMk/>
          <pc:sldMk cId="1442753479" sldId="443"/>
        </pc:sldMkLst>
      </pc:sldChg>
      <pc:sldChg chg="del">
        <pc:chgData name="Pablo Esteban Gutiérrez-Fonseca (he/him)" userId="25bdc618-995f-415b-9b28-31563f05eb38" providerId="ADAL" clId="{7D9C72EA-3835-4851-B556-7D2600718D23}" dt="2024-11-18T17:32:06.377" v="1" actId="47"/>
        <pc:sldMkLst>
          <pc:docMk/>
          <pc:sldMk cId="4293684270" sldId="444"/>
        </pc:sldMkLst>
      </pc:sldChg>
      <pc:sldChg chg="del">
        <pc:chgData name="Pablo Esteban Gutiérrez-Fonseca (he/him)" userId="25bdc618-995f-415b-9b28-31563f05eb38" providerId="ADAL" clId="{7D9C72EA-3835-4851-B556-7D2600718D23}" dt="2024-11-18T17:32:06.377" v="1" actId="47"/>
        <pc:sldMkLst>
          <pc:docMk/>
          <pc:sldMk cId="706335863" sldId="445"/>
        </pc:sldMkLst>
      </pc:sldChg>
      <pc:sldChg chg="del">
        <pc:chgData name="Pablo Esteban Gutiérrez-Fonseca (he/him)" userId="25bdc618-995f-415b-9b28-31563f05eb38" providerId="ADAL" clId="{7D9C72EA-3835-4851-B556-7D2600718D23}" dt="2024-11-18T17:32:06.377" v="1" actId="47"/>
        <pc:sldMkLst>
          <pc:docMk/>
          <pc:sldMk cId="2456501208" sldId="447"/>
        </pc:sldMkLst>
      </pc:sldChg>
      <pc:sldChg chg="del">
        <pc:chgData name="Pablo Esteban Gutiérrez-Fonseca (he/him)" userId="25bdc618-995f-415b-9b28-31563f05eb38" providerId="ADAL" clId="{7D9C72EA-3835-4851-B556-7D2600718D23}" dt="2024-11-18T17:32:06.377" v="1" actId="47"/>
        <pc:sldMkLst>
          <pc:docMk/>
          <pc:sldMk cId="433020280" sldId="448"/>
        </pc:sldMkLst>
      </pc:sldChg>
      <pc:sldChg chg="del">
        <pc:chgData name="Pablo Esteban Gutiérrez-Fonseca (he/him)" userId="25bdc618-995f-415b-9b28-31563f05eb38" providerId="ADAL" clId="{7D9C72EA-3835-4851-B556-7D2600718D23}" dt="2024-11-18T17:32:06.377" v="1" actId="47"/>
        <pc:sldMkLst>
          <pc:docMk/>
          <pc:sldMk cId="1529699048" sldId="449"/>
        </pc:sldMkLst>
      </pc:sldChg>
      <pc:sldChg chg="del">
        <pc:chgData name="Pablo Esteban Gutiérrez-Fonseca (he/him)" userId="25bdc618-995f-415b-9b28-31563f05eb38" providerId="ADAL" clId="{7D9C72EA-3835-4851-B556-7D2600718D23}" dt="2024-11-18T17:32:06.377" v="1" actId="47"/>
        <pc:sldMkLst>
          <pc:docMk/>
          <pc:sldMk cId="3028745146" sldId="450"/>
        </pc:sldMkLst>
      </pc:sldChg>
      <pc:sldChg chg="del">
        <pc:chgData name="Pablo Esteban Gutiérrez-Fonseca (he/him)" userId="25bdc618-995f-415b-9b28-31563f05eb38" providerId="ADAL" clId="{7D9C72EA-3835-4851-B556-7D2600718D23}" dt="2024-11-18T17:32:06.377" v="1" actId="47"/>
        <pc:sldMkLst>
          <pc:docMk/>
          <pc:sldMk cId="3409393423" sldId="451"/>
        </pc:sldMkLst>
      </pc:sldChg>
      <pc:sldChg chg="del">
        <pc:chgData name="Pablo Esteban Gutiérrez-Fonseca (he/him)" userId="25bdc618-995f-415b-9b28-31563f05eb38" providerId="ADAL" clId="{7D9C72EA-3835-4851-B556-7D2600718D23}" dt="2024-11-18T17:32:06.377" v="1" actId="47"/>
        <pc:sldMkLst>
          <pc:docMk/>
          <pc:sldMk cId="2044860063" sldId="452"/>
        </pc:sldMkLst>
      </pc:sldChg>
      <pc:sldChg chg="del">
        <pc:chgData name="Pablo Esteban Gutiérrez-Fonseca (he/him)" userId="25bdc618-995f-415b-9b28-31563f05eb38" providerId="ADAL" clId="{7D9C72EA-3835-4851-B556-7D2600718D23}" dt="2024-11-18T17:32:06.377" v="1" actId="47"/>
        <pc:sldMkLst>
          <pc:docMk/>
          <pc:sldMk cId="1599736166" sldId="453"/>
        </pc:sldMkLst>
      </pc:sldChg>
      <pc:sldChg chg="del">
        <pc:chgData name="Pablo Esteban Gutiérrez-Fonseca (he/him)" userId="25bdc618-995f-415b-9b28-31563f05eb38" providerId="ADAL" clId="{7D9C72EA-3835-4851-B556-7D2600718D23}" dt="2024-11-18T17:32:06.377" v="1" actId="47"/>
        <pc:sldMkLst>
          <pc:docMk/>
          <pc:sldMk cId="2651903870" sldId="454"/>
        </pc:sldMkLst>
      </pc:sldChg>
      <pc:sldChg chg="del">
        <pc:chgData name="Pablo Esteban Gutiérrez-Fonseca (he/him)" userId="25bdc618-995f-415b-9b28-31563f05eb38" providerId="ADAL" clId="{7D9C72EA-3835-4851-B556-7D2600718D23}" dt="2024-11-18T17:32:06.377" v="1" actId="47"/>
        <pc:sldMkLst>
          <pc:docMk/>
          <pc:sldMk cId="3010514874" sldId="456"/>
        </pc:sldMkLst>
      </pc:sldChg>
      <pc:sldChg chg="del">
        <pc:chgData name="Pablo Esteban Gutiérrez-Fonseca (he/him)" userId="25bdc618-995f-415b-9b28-31563f05eb38" providerId="ADAL" clId="{7D9C72EA-3835-4851-B556-7D2600718D23}" dt="2024-11-18T17:32:06.377" v="1" actId="47"/>
        <pc:sldMkLst>
          <pc:docMk/>
          <pc:sldMk cId="3854649333" sldId="457"/>
        </pc:sldMkLst>
      </pc:sldChg>
      <pc:sldChg chg="del">
        <pc:chgData name="Pablo Esteban Gutiérrez-Fonseca (he/him)" userId="25bdc618-995f-415b-9b28-31563f05eb38" providerId="ADAL" clId="{7D9C72EA-3835-4851-B556-7D2600718D23}" dt="2024-11-18T17:32:06.377" v="1" actId="47"/>
        <pc:sldMkLst>
          <pc:docMk/>
          <pc:sldMk cId="3794688295" sldId="458"/>
        </pc:sldMkLst>
      </pc:sldChg>
      <pc:sldChg chg="del">
        <pc:chgData name="Pablo Esteban Gutiérrez-Fonseca (he/him)" userId="25bdc618-995f-415b-9b28-31563f05eb38" providerId="ADAL" clId="{7D9C72EA-3835-4851-B556-7D2600718D23}" dt="2024-11-18T17:32:06.377" v="1" actId="47"/>
        <pc:sldMkLst>
          <pc:docMk/>
          <pc:sldMk cId="831549164" sldId="459"/>
        </pc:sldMkLst>
      </pc:sldChg>
      <pc:sldChg chg="del">
        <pc:chgData name="Pablo Esteban Gutiérrez-Fonseca (he/him)" userId="25bdc618-995f-415b-9b28-31563f05eb38" providerId="ADAL" clId="{7D9C72EA-3835-4851-B556-7D2600718D23}" dt="2024-11-18T17:32:06.377" v="1" actId="47"/>
        <pc:sldMkLst>
          <pc:docMk/>
          <pc:sldMk cId="3026364795" sldId="460"/>
        </pc:sldMkLst>
      </pc:sldChg>
      <pc:sldChg chg="del">
        <pc:chgData name="Pablo Esteban Gutiérrez-Fonseca (he/him)" userId="25bdc618-995f-415b-9b28-31563f05eb38" providerId="ADAL" clId="{7D9C72EA-3835-4851-B556-7D2600718D23}" dt="2024-11-18T17:32:06.377" v="1" actId="47"/>
        <pc:sldMkLst>
          <pc:docMk/>
          <pc:sldMk cId="2790315627" sldId="461"/>
        </pc:sldMkLst>
      </pc:sldChg>
      <pc:sldChg chg="del">
        <pc:chgData name="Pablo Esteban Gutiérrez-Fonseca (he/him)" userId="25bdc618-995f-415b-9b28-31563f05eb38" providerId="ADAL" clId="{7D9C72EA-3835-4851-B556-7D2600718D23}" dt="2024-11-18T17:32:06.377" v="1" actId="47"/>
        <pc:sldMkLst>
          <pc:docMk/>
          <pc:sldMk cId="4283467524" sldId="462"/>
        </pc:sldMkLst>
      </pc:sldChg>
      <pc:sldChg chg="del">
        <pc:chgData name="Pablo Esteban Gutiérrez-Fonseca (he/him)" userId="25bdc618-995f-415b-9b28-31563f05eb38" providerId="ADAL" clId="{7D9C72EA-3835-4851-B556-7D2600718D23}" dt="2024-11-18T17:32:06.377" v="1" actId="47"/>
        <pc:sldMkLst>
          <pc:docMk/>
          <pc:sldMk cId="2865823119" sldId="463"/>
        </pc:sldMkLst>
      </pc:sldChg>
      <pc:sldChg chg="del">
        <pc:chgData name="Pablo Esteban Gutiérrez-Fonseca (he/him)" userId="25bdc618-995f-415b-9b28-31563f05eb38" providerId="ADAL" clId="{7D9C72EA-3835-4851-B556-7D2600718D23}" dt="2024-11-18T17:32:06.377" v="1" actId="47"/>
        <pc:sldMkLst>
          <pc:docMk/>
          <pc:sldMk cId="1105824289" sldId="464"/>
        </pc:sldMkLst>
      </pc:sldChg>
      <pc:sldChg chg="del">
        <pc:chgData name="Pablo Esteban Gutiérrez-Fonseca (he/him)" userId="25bdc618-995f-415b-9b28-31563f05eb38" providerId="ADAL" clId="{7D9C72EA-3835-4851-B556-7D2600718D23}" dt="2024-11-18T17:32:06.377" v="1" actId="47"/>
        <pc:sldMkLst>
          <pc:docMk/>
          <pc:sldMk cId="3387775123" sldId="465"/>
        </pc:sldMkLst>
      </pc:sldChg>
      <pc:sldChg chg="del">
        <pc:chgData name="Pablo Esteban Gutiérrez-Fonseca (he/him)" userId="25bdc618-995f-415b-9b28-31563f05eb38" providerId="ADAL" clId="{7D9C72EA-3835-4851-B556-7D2600718D23}" dt="2024-11-18T17:32:06.377" v="1" actId="47"/>
        <pc:sldMkLst>
          <pc:docMk/>
          <pc:sldMk cId="3963161799" sldId="466"/>
        </pc:sldMkLst>
      </pc:sldChg>
      <pc:sldChg chg="del">
        <pc:chgData name="Pablo Esteban Gutiérrez-Fonseca (he/him)" userId="25bdc618-995f-415b-9b28-31563f05eb38" providerId="ADAL" clId="{7D9C72EA-3835-4851-B556-7D2600718D23}" dt="2024-11-18T17:32:06.377" v="1" actId="47"/>
        <pc:sldMkLst>
          <pc:docMk/>
          <pc:sldMk cId="1477401131" sldId="467"/>
        </pc:sldMkLst>
      </pc:sldChg>
      <pc:sldChg chg="del">
        <pc:chgData name="Pablo Esteban Gutiérrez-Fonseca (he/him)" userId="25bdc618-995f-415b-9b28-31563f05eb38" providerId="ADAL" clId="{7D9C72EA-3835-4851-B556-7D2600718D23}" dt="2024-11-18T17:32:06.377" v="1" actId="47"/>
        <pc:sldMkLst>
          <pc:docMk/>
          <pc:sldMk cId="4086430647" sldId="468"/>
        </pc:sldMkLst>
      </pc:sldChg>
      <pc:sldChg chg="del">
        <pc:chgData name="Pablo Esteban Gutiérrez-Fonseca (he/him)" userId="25bdc618-995f-415b-9b28-31563f05eb38" providerId="ADAL" clId="{7D9C72EA-3835-4851-B556-7D2600718D23}" dt="2024-11-18T17:32:06.377" v="1" actId="47"/>
        <pc:sldMkLst>
          <pc:docMk/>
          <pc:sldMk cId="1646979674" sldId="469"/>
        </pc:sldMkLst>
      </pc:sldChg>
      <pc:sldChg chg="del">
        <pc:chgData name="Pablo Esteban Gutiérrez-Fonseca (he/him)" userId="25bdc618-995f-415b-9b28-31563f05eb38" providerId="ADAL" clId="{7D9C72EA-3835-4851-B556-7D2600718D23}" dt="2024-11-18T17:32:06.377" v="1" actId="47"/>
        <pc:sldMkLst>
          <pc:docMk/>
          <pc:sldMk cId="2399413619" sldId="470"/>
        </pc:sldMkLst>
      </pc:sldChg>
      <pc:sldChg chg="del">
        <pc:chgData name="Pablo Esteban Gutiérrez-Fonseca (he/him)" userId="25bdc618-995f-415b-9b28-31563f05eb38" providerId="ADAL" clId="{7D9C72EA-3835-4851-B556-7D2600718D23}" dt="2024-11-18T17:32:06.377" v="1" actId="47"/>
        <pc:sldMkLst>
          <pc:docMk/>
          <pc:sldMk cId="3713444159" sldId="471"/>
        </pc:sldMkLst>
      </pc:sldChg>
      <pc:sldChg chg="del">
        <pc:chgData name="Pablo Esteban Gutiérrez-Fonseca (he/him)" userId="25bdc618-995f-415b-9b28-31563f05eb38" providerId="ADAL" clId="{7D9C72EA-3835-4851-B556-7D2600718D23}" dt="2024-11-18T17:32:06.377" v="1" actId="47"/>
        <pc:sldMkLst>
          <pc:docMk/>
          <pc:sldMk cId="2764097611" sldId="472"/>
        </pc:sldMkLst>
      </pc:sldChg>
      <pc:sldChg chg="del">
        <pc:chgData name="Pablo Esteban Gutiérrez-Fonseca (he/him)" userId="25bdc618-995f-415b-9b28-31563f05eb38" providerId="ADAL" clId="{7D9C72EA-3835-4851-B556-7D2600718D23}" dt="2024-11-18T17:32:06.377" v="1" actId="47"/>
        <pc:sldMkLst>
          <pc:docMk/>
          <pc:sldMk cId="312242398" sldId="473"/>
        </pc:sldMkLst>
      </pc:sldChg>
      <pc:sldChg chg="del">
        <pc:chgData name="Pablo Esteban Gutiérrez-Fonseca (he/him)" userId="25bdc618-995f-415b-9b28-31563f05eb38" providerId="ADAL" clId="{7D9C72EA-3835-4851-B556-7D2600718D23}" dt="2024-11-18T17:32:06.377" v="1" actId="47"/>
        <pc:sldMkLst>
          <pc:docMk/>
          <pc:sldMk cId="4187936776" sldId="474"/>
        </pc:sldMkLst>
      </pc:sldChg>
      <pc:sldChg chg="del">
        <pc:chgData name="Pablo Esteban Gutiérrez-Fonseca (he/him)" userId="25bdc618-995f-415b-9b28-31563f05eb38" providerId="ADAL" clId="{7D9C72EA-3835-4851-B556-7D2600718D23}" dt="2024-11-18T17:32:06.377" v="1" actId="47"/>
        <pc:sldMkLst>
          <pc:docMk/>
          <pc:sldMk cId="274915159" sldId="475"/>
        </pc:sldMkLst>
      </pc:sldChg>
      <pc:sldChg chg="del">
        <pc:chgData name="Pablo Esteban Gutiérrez-Fonseca (he/him)" userId="25bdc618-995f-415b-9b28-31563f05eb38" providerId="ADAL" clId="{7D9C72EA-3835-4851-B556-7D2600718D23}" dt="2024-11-18T17:32:06.377" v="1" actId="47"/>
        <pc:sldMkLst>
          <pc:docMk/>
          <pc:sldMk cId="2192977316" sldId="476"/>
        </pc:sldMkLst>
      </pc:sldChg>
      <pc:sldChg chg="del">
        <pc:chgData name="Pablo Esteban Gutiérrez-Fonseca (he/him)" userId="25bdc618-995f-415b-9b28-31563f05eb38" providerId="ADAL" clId="{7D9C72EA-3835-4851-B556-7D2600718D23}" dt="2024-11-18T17:32:06.377" v="1" actId="47"/>
        <pc:sldMkLst>
          <pc:docMk/>
          <pc:sldMk cId="3298240729" sldId="477"/>
        </pc:sldMkLst>
      </pc:sldChg>
      <pc:sldChg chg="del">
        <pc:chgData name="Pablo Esteban Gutiérrez-Fonseca (he/him)" userId="25bdc618-995f-415b-9b28-31563f05eb38" providerId="ADAL" clId="{7D9C72EA-3835-4851-B556-7D2600718D23}" dt="2024-11-18T17:32:06.377" v="1" actId="47"/>
        <pc:sldMkLst>
          <pc:docMk/>
          <pc:sldMk cId="4068662439" sldId="478"/>
        </pc:sldMkLst>
      </pc:sldChg>
      <pc:sldChg chg="del">
        <pc:chgData name="Pablo Esteban Gutiérrez-Fonseca (he/him)" userId="25bdc618-995f-415b-9b28-31563f05eb38" providerId="ADAL" clId="{7D9C72EA-3835-4851-B556-7D2600718D23}" dt="2024-11-18T17:32:06.377" v="1" actId="47"/>
        <pc:sldMkLst>
          <pc:docMk/>
          <pc:sldMk cId="1947247746" sldId="479"/>
        </pc:sldMkLst>
      </pc:sldChg>
    </pc:docChg>
  </pc:docChgLst>
  <pc:docChgLst>
    <pc:chgData name="Pablo Esteban Gutiérrez-Fonseca (he/him)" userId="25bdc618-995f-415b-9b28-31563f05eb38" providerId="ADAL" clId="{499F3B0B-BD88-4B34-B238-A6B8EC9CF49D}"/>
    <pc:docChg chg="undo redo custSel addSld delSld modSld sldOrd delMainMaster">
      <pc:chgData name="Pablo Esteban Gutiérrez-Fonseca (he/him)" userId="25bdc618-995f-415b-9b28-31563f05eb38" providerId="ADAL" clId="{499F3B0B-BD88-4B34-B238-A6B8EC9CF49D}" dt="2024-04-16T05:12:20.586" v="2746"/>
      <pc:docMkLst>
        <pc:docMk/>
      </pc:docMkLst>
      <pc:sldChg chg="del">
        <pc:chgData name="Pablo Esteban Gutiérrez-Fonseca (he/him)" userId="25bdc618-995f-415b-9b28-31563f05eb38" providerId="ADAL" clId="{499F3B0B-BD88-4B34-B238-A6B8EC9CF49D}" dt="2024-04-14T16:22:39.905" v="942" actId="47"/>
        <pc:sldMkLst>
          <pc:docMk/>
          <pc:sldMk cId="0" sldId="261"/>
        </pc:sldMkLst>
      </pc:sldChg>
      <pc:sldChg chg="del">
        <pc:chgData name="Pablo Esteban Gutiérrez-Fonseca (he/him)" userId="25bdc618-995f-415b-9b28-31563f05eb38" providerId="ADAL" clId="{499F3B0B-BD88-4B34-B238-A6B8EC9CF49D}" dt="2024-04-14T16:27:08.188" v="964" actId="47"/>
        <pc:sldMkLst>
          <pc:docMk/>
          <pc:sldMk cId="0" sldId="271"/>
        </pc:sldMkLst>
      </pc:sldChg>
      <pc:sldChg chg="del">
        <pc:chgData name="Pablo Esteban Gutiérrez-Fonseca (he/him)" userId="25bdc618-995f-415b-9b28-31563f05eb38" providerId="ADAL" clId="{499F3B0B-BD88-4B34-B238-A6B8EC9CF49D}" dt="2024-04-14T16:22:14.774" v="939" actId="47"/>
        <pc:sldMkLst>
          <pc:docMk/>
          <pc:sldMk cId="0" sldId="275"/>
        </pc:sldMkLst>
      </pc:sldChg>
      <pc:sldChg chg="del">
        <pc:chgData name="Pablo Esteban Gutiérrez-Fonseca (he/him)" userId="25bdc618-995f-415b-9b28-31563f05eb38" providerId="ADAL" clId="{499F3B0B-BD88-4B34-B238-A6B8EC9CF49D}" dt="2024-04-14T16:23:01.487" v="943" actId="47"/>
        <pc:sldMkLst>
          <pc:docMk/>
          <pc:sldMk cId="0" sldId="306"/>
        </pc:sldMkLst>
      </pc:sldChg>
      <pc:sldChg chg="del">
        <pc:chgData name="Pablo Esteban Gutiérrez-Fonseca (he/him)" userId="25bdc618-995f-415b-9b28-31563f05eb38" providerId="ADAL" clId="{499F3B0B-BD88-4B34-B238-A6B8EC9CF49D}" dt="2024-04-14T16:22:39.905" v="942" actId="47"/>
        <pc:sldMkLst>
          <pc:docMk/>
          <pc:sldMk cId="0" sldId="318"/>
        </pc:sldMkLst>
      </pc:sldChg>
      <pc:sldChg chg="del">
        <pc:chgData name="Pablo Esteban Gutiérrez-Fonseca (he/him)" userId="25bdc618-995f-415b-9b28-31563f05eb38" providerId="ADAL" clId="{499F3B0B-BD88-4B34-B238-A6B8EC9CF49D}" dt="2024-04-14T16:22:31.681" v="941" actId="47"/>
        <pc:sldMkLst>
          <pc:docMk/>
          <pc:sldMk cId="0" sldId="321"/>
        </pc:sldMkLst>
      </pc:sldChg>
      <pc:sldChg chg="del">
        <pc:chgData name="Pablo Esteban Gutiérrez-Fonseca (he/him)" userId="25bdc618-995f-415b-9b28-31563f05eb38" providerId="ADAL" clId="{499F3B0B-BD88-4B34-B238-A6B8EC9CF49D}" dt="2024-04-14T16:22:39.905" v="942" actId="47"/>
        <pc:sldMkLst>
          <pc:docMk/>
          <pc:sldMk cId="0" sldId="322"/>
        </pc:sldMkLst>
      </pc:sldChg>
      <pc:sldChg chg="del">
        <pc:chgData name="Pablo Esteban Gutiérrez-Fonseca (he/him)" userId="25bdc618-995f-415b-9b28-31563f05eb38" providerId="ADAL" clId="{499F3B0B-BD88-4B34-B238-A6B8EC9CF49D}" dt="2024-04-14T16:27:20.616" v="965" actId="2696"/>
        <pc:sldMkLst>
          <pc:docMk/>
          <pc:sldMk cId="0" sldId="328"/>
        </pc:sldMkLst>
      </pc:sldChg>
      <pc:sldChg chg="add del">
        <pc:chgData name="Pablo Esteban Gutiérrez-Fonseca (he/him)" userId="25bdc618-995f-415b-9b28-31563f05eb38" providerId="ADAL" clId="{499F3B0B-BD88-4B34-B238-A6B8EC9CF49D}" dt="2024-04-14T17:31:00.255" v="1178" actId="47"/>
        <pc:sldMkLst>
          <pc:docMk/>
          <pc:sldMk cId="4127834286" sldId="328"/>
        </pc:sldMkLst>
      </pc:sldChg>
      <pc:sldChg chg="del">
        <pc:chgData name="Pablo Esteban Gutiérrez-Fonseca (he/him)" userId="25bdc618-995f-415b-9b28-31563f05eb38" providerId="ADAL" clId="{499F3B0B-BD88-4B34-B238-A6B8EC9CF49D}" dt="2024-04-14T16:27:20.616" v="965" actId="2696"/>
        <pc:sldMkLst>
          <pc:docMk/>
          <pc:sldMk cId="0" sldId="329"/>
        </pc:sldMkLst>
      </pc:sldChg>
      <pc:sldChg chg="add del">
        <pc:chgData name="Pablo Esteban Gutiérrez-Fonseca (he/him)" userId="25bdc618-995f-415b-9b28-31563f05eb38" providerId="ADAL" clId="{499F3B0B-BD88-4B34-B238-A6B8EC9CF49D}" dt="2024-04-14T17:30:26.806" v="1171" actId="47"/>
        <pc:sldMkLst>
          <pc:docMk/>
          <pc:sldMk cId="3673688992" sldId="329"/>
        </pc:sldMkLst>
      </pc:sldChg>
      <pc:sldChg chg="del">
        <pc:chgData name="Pablo Esteban Gutiérrez-Fonseca (he/him)" userId="25bdc618-995f-415b-9b28-31563f05eb38" providerId="ADAL" clId="{499F3B0B-BD88-4B34-B238-A6B8EC9CF49D}" dt="2024-04-14T16:27:20.616" v="965" actId="2696"/>
        <pc:sldMkLst>
          <pc:docMk/>
          <pc:sldMk cId="0" sldId="349"/>
        </pc:sldMkLst>
      </pc:sldChg>
      <pc:sldChg chg="addSp delSp modSp add del mod ord modClrScheme chgLayout">
        <pc:chgData name="Pablo Esteban Gutiérrez-Fonseca (he/him)" userId="25bdc618-995f-415b-9b28-31563f05eb38" providerId="ADAL" clId="{499F3B0B-BD88-4B34-B238-A6B8EC9CF49D}" dt="2024-04-14T17:23:02.805" v="1087" actId="47"/>
        <pc:sldMkLst>
          <pc:docMk/>
          <pc:sldMk cId="4222817395" sldId="349"/>
        </pc:sldMkLst>
      </pc:sldChg>
      <pc:sldChg chg="modSp mod">
        <pc:chgData name="Pablo Esteban Gutiérrez-Fonseca (he/him)" userId="25bdc618-995f-415b-9b28-31563f05eb38" providerId="ADAL" clId="{499F3B0B-BD88-4B34-B238-A6B8EC9CF49D}" dt="2024-04-13T13:04:56.357" v="5" actId="20577"/>
        <pc:sldMkLst>
          <pc:docMk/>
          <pc:sldMk cId="0" sldId="353"/>
        </pc:sldMkLst>
      </pc:sldChg>
      <pc:sldChg chg="del">
        <pc:chgData name="Pablo Esteban Gutiérrez-Fonseca (he/him)" userId="25bdc618-995f-415b-9b28-31563f05eb38" providerId="ADAL" clId="{499F3B0B-BD88-4B34-B238-A6B8EC9CF49D}" dt="2024-04-14T16:22:05.339" v="938" actId="47"/>
        <pc:sldMkLst>
          <pc:docMk/>
          <pc:sldMk cId="0" sldId="357"/>
        </pc:sldMkLst>
      </pc:sldChg>
      <pc:sldChg chg="del">
        <pc:chgData name="Pablo Esteban Gutiérrez-Fonseca (he/him)" userId="25bdc618-995f-415b-9b28-31563f05eb38" providerId="ADAL" clId="{499F3B0B-BD88-4B34-B238-A6B8EC9CF49D}" dt="2024-04-14T16:22:31.681" v="941" actId="47"/>
        <pc:sldMkLst>
          <pc:docMk/>
          <pc:sldMk cId="0" sldId="358"/>
        </pc:sldMkLst>
      </pc:sldChg>
      <pc:sldChg chg="del">
        <pc:chgData name="Pablo Esteban Gutiérrez-Fonseca (he/him)" userId="25bdc618-995f-415b-9b28-31563f05eb38" providerId="ADAL" clId="{499F3B0B-BD88-4B34-B238-A6B8EC9CF49D}" dt="2024-04-14T16:27:20.616" v="965" actId="2696"/>
        <pc:sldMkLst>
          <pc:docMk/>
          <pc:sldMk cId="0" sldId="362"/>
        </pc:sldMkLst>
      </pc:sldChg>
      <pc:sldChg chg="add del ord">
        <pc:chgData name="Pablo Esteban Gutiérrez-Fonseca (he/him)" userId="25bdc618-995f-415b-9b28-31563f05eb38" providerId="ADAL" clId="{499F3B0B-BD88-4B34-B238-A6B8EC9CF49D}" dt="2024-04-14T17:30:01.744" v="1170" actId="47"/>
        <pc:sldMkLst>
          <pc:docMk/>
          <pc:sldMk cId="2647100632" sldId="362"/>
        </pc:sldMkLst>
      </pc:sldChg>
      <pc:sldChg chg="del">
        <pc:chgData name="Pablo Esteban Gutiérrez-Fonseca (he/him)" userId="25bdc618-995f-415b-9b28-31563f05eb38" providerId="ADAL" clId="{499F3B0B-BD88-4B34-B238-A6B8EC9CF49D}" dt="2024-04-14T16:27:20.616" v="965" actId="2696"/>
        <pc:sldMkLst>
          <pc:docMk/>
          <pc:sldMk cId="0" sldId="363"/>
        </pc:sldMkLst>
      </pc:sldChg>
      <pc:sldChg chg="add del ord">
        <pc:chgData name="Pablo Esteban Gutiérrez-Fonseca (he/him)" userId="25bdc618-995f-415b-9b28-31563f05eb38" providerId="ADAL" clId="{499F3B0B-BD88-4B34-B238-A6B8EC9CF49D}" dt="2024-04-14T17:25:23.981" v="1112" actId="47"/>
        <pc:sldMkLst>
          <pc:docMk/>
          <pc:sldMk cId="429260610" sldId="363"/>
        </pc:sldMkLst>
      </pc:sldChg>
      <pc:sldChg chg="del">
        <pc:chgData name="Pablo Esteban Gutiérrez-Fonseca (he/him)" userId="25bdc618-995f-415b-9b28-31563f05eb38" providerId="ADAL" clId="{499F3B0B-BD88-4B34-B238-A6B8EC9CF49D}" dt="2024-04-14T16:27:04.701" v="963" actId="47"/>
        <pc:sldMkLst>
          <pc:docMk/>
          <pc:sldMk cId="0" sldId="369"/>
        </pc:sldMkLst>
      </pc:sldChg>
      <pc:sldChg chg="del">
        <pc:chgData name="Pablo Esteban Gutiérrez-Fonseca (he/him)" userId="25bdc618-995f-415b-9b28-31563f05eb38" providerId="ADAL" clId="{499F3B0B-BD88-4B34-B238-A6B8EC9CF49D}" dt="2024-04-14T16:22:05.339" v="938" actId="47"/>
        <pc:sldMkLst>
          <pc:docMk/>
          <pc:sldMk cId="698380568" sldId="384"/>
        </pc:sldMkLst>
      </pc:sldChg>
      <pc:sldChg chg="del">
        <pc:chgData name="Pablo Esteban Gutiérrez-Fonseca (he/him)" userId="25bdc618-995f-415b-9b28-31563f05eb38" providerId="ADAL" clId="{499F3B0B-BD88-4B34-B238-A6B8EC9CF49D}" dt="2024-04-14T16:22:14.774" v="939" actId="47"/>
        <pc:sldMkLst>
          <pc:docMk/>
          <pc:sldMk cId="2682755489" sldId="386"/>
        </pc:sldMkLst>
      </pc:sldChg>
      <pc:sldChg chg="del">
        <pc:chgData name="Pablo Esteban Gutiérrez-Fonseca (he/him)" userId="25bdc618-995f-415b-9b28-31563f05eb38" providerId="ADAL" clId="{499F3B0B-BD88-4B34-B238-A6B8EC9CF49D}" dt="2024-04-14T16:22:25.089" v="940" actId="47"/>
        <pc:sldMkLst>
          <pc:docMk/>
          <pc:sldMk cId="40550363" sldId="387"/>
        </pc:sldMkLst>
      </pc:sldChg>
      <pc:sldChg chg="del">
        <pc:chgData name="Pablo Esteban Gutiérrez-Fonseca (he/him)" userId="25bdc618-995f-415b-9b28-31563f05eb38" providerId="ADAL" clId="{499F3B0B-BD88-4B34-B238-A6B8EC9CF49D}" dt="2024-04-14T16:25:10.635" v="946" actId="47"/>
        <pc:sldMkLst>
          <pc:docMk/>
          <pc:sldMk cId="828757706" sldId="388"/>
        </pc:sldMkLst>
      </pc:sldChg>
      <pc:sldChg chg="del">
        <pc:chgData name="Pablo Esteban Gutiérrez-Fonseca (he/him)" userId="25bdc618-995f-415b-9b28-31563f05eb38" providerId="ADAL" clId="{499F3B0B-BD88-4B34-B238-A6B8EC9CF49D}" dt="2024-04-14T16:25:10.635" v="946" actId="47"/>
        <pc:sldMkLst>
          <pc:docMk/>
          <pc:sldMk cId="2261517203" sldId="389"/>
        </pc:sldMkLst>
      </pc:sldChg>
      <pc:sldChg chg="del">
        <pc:chgData name="Pablo Esteban Gutiérrez-Fonseca (he/him)" userId="25bdc618-995f-415b-9b28-31563f05eb38" providerId="ADAL" clId="{499F3B0B-BD88-4B34-B238-A6B8EC9CF49D}" dt="2024-04-14T16:25:10.635" v="946" actId="47"/>
        <pc:sldMkLst>
          <pc:docMk/>
          <pc:sldMk cId="388603682" sldId="390"/>
        </pc:sldMkLst>
      </pc:sldChg>
      <pc:sldChg chg="modSp mod">
        <pc:chgData name="Pablo Esteban Gutiérrez-Fonseca (he/him)" userId="25bdc618-995f-415b-9b28-31563f05eb38" providerId="ADAL" clId="{499F3B0B-BD88-4B34-B238-A6B8EC9CF49D}" dt="2024-04-14T17:49:05.223" v="1298" actId="115"/>
        <pc:sldMkLst>
          <pc:docMk/>
          <pc:sldMk cId="3620885315" sldId="397"/>
        </pc:sldMkLst>
      </pc:sldChg>
      <pc:sldChg chg="del">
        <pc:chgData name="Pablo Esteban Gutiérrez-Fonseca (he/him)" userId="25bdc618-995f-415b-9b28-31563f05eb38" providerId="ADAL" clId="{499F3B0B-BD88-4B34-B238-A6B8EC9CF49D}" dt="2024-04-14T16:22:25.089" v="940" actId="47"/>
        <pc:sldMkLst>
          <pc:docMk/>
          <pc:sldMk cId="1019775392" sldId="398"/>
        </pc:sldMkLst>
      </pc:sldChg>
      <pc:sldChg chg="del">
        <pc:chgData name="Pablo Esteban Gutiérrez-Fonseca (he/him)" userId="25bdc618-995f-415b-9b28-31563f05eb38" providerId="ADAL" clId="{499F3B0B-BD88-4B34-B238-A6B8EC9CF49D}" dt="2024-04-14T16:22:39.905" v="942" actId="47"/>
        <pc:sldMkLst>
          <pc:docMk/>
          <pc:sldMk cId="3435849168" sldId="399"/>
        </pc:sldMkLst>
      </pc:sldChg>
      <pc:sldChg chg="del">
        <pc:chgData name="Pablo Esteban Gutiérrez-Fonseca (he/him)" userId="25bdc618-995f-415b-9b28-31563f05eb38" providerId="ADAL" clId="{499F3B0B-BD88-4B34-B238-A6B8EC9CF49D}" dt="2024-04-14T16:22:39.905" v="942" actId="47"/>
        <pc:sldMkLst>
          <pc:docMk/>
          <pc:sldMk cId="1954645191" sldId="400"/>
        </pc:sldMkLst>
      </pc:sldChg>
      <pc:sldChg chg="del">
        <pc:chgData name="Pablo Esteban Gutiérrez-Fonseca (he/him)" userId="25bdc618-995f-415b-9b28-31563f05eb38" providerId="ADAL" clId="{499F3B0B-BD88-4B34-B238-A6B8EC9CF49D}" dt="2024-04-14T16:23:01.487" v="943" actId="47"/>
        <pc:sldMkLst>
          <pc:docMk/>
          <pc:sldMk cId="62821021" sldId="401"/>
        </pc:sldMkLst>
      </pc:sldChg>
      <pc:sldChg chg="addSp delSp modSp del mod chgLayout">
        <pc:chgData name="Pablo Esteban Gutiérrez-Fonseca (he/him)" userId="25bdc618-995f-415b-9b28-31563f05eb38" providerId="ADAL" clId="{499F3B0B-BD88-4B34-B238-A6B8EC9CF49D}" dt="2024-04-14T16:25:41.763" v="954" actId="47"/>
        <pc:sldMkLst>
          <pc:docMk/>
          <pc:sldMk cId="4293749346" sldId="402"/>
        </pc:sldMkLst>
      </pc:sldChg>
      <pc:sldChg chg="del">
        <pc:chgData name="Pablo Esteban Gutiérrez-Fonseca (he/him)" userId="25bdc618-995f-415b-9b28-31563f05eb38" providerId="ADAL" clId="{499F3B0B-BD88-4B34-B238-A6B8EC9CF49D}" dt="2024-04-14T16:25:10.635" v="946" actId="47"/>
        <pc:sldMkLst>
          <pc:docMk/>
          <pc:sldMk cId="1729056996" sldId="404"/>
        </pc:sldMkLst>
      </pc:sldChg>
      <pc:sldChg chg="del">
        <pc:chgData name="Pablo Esteban Gutiérrez-Fonseca (he/him)" userId="25bdc618-995f-415b-9b28-31563f05eb38" providerId="ADAL" clId="{499F3B0B-BD88-4B34-B238-A6B8EC9CF49D}" dt="2024-04-14T16:25:10.635" v="946" actId="47"/>
        <pc:sldMkLst>
          <pc:docMk/>
          <pc:sldMk cId="1315469941" sldId="405"/>
        </pc:sldMkLst>
      </pc:sldChg>
      <pc:sldChg chg="del">
        <pc:chgData name="Pablo Esteban Gutiérrez-Fonseca (he/him)" userId="25bdc618-995f-415b-9b28-31563f05eb38" providerId="ADAL" clId="{499F3B0B-BD88-4B34-B238-A6B8EC9CF49D}" dt="2024-04-14T16:24:50.157" v="944" actId="47"/>
        <pc:sldMkLst>
          <pc:docMk/>
          <pc:sldMk cId="2160933035" sldId="406"/>
        </pc:sldMkLst>
      </pc:sldChg>
      <pc:sldChg chg="del">
        <pc:chgData name="Pablo Esteban Gutiérrez-Fonseca (he/him)" userId="25bdc618-995f-415b-9b28-31563f05eb38" providerId="ADAL" clId="{499F3B0B-BD88-4B34-B238-A6B8EC9CF49D}" dt="2024-04-14T16:24:50.157" v="944" actId="47"/>
        <pc:sldMkLst>
          <pc:docMk/>
          <pc:sldMk cId="829447738" sldId="407"/>
        </pc:sldMkLst>
      </pc:sldChg>
      <pc:sldChg chg="del">
        <pc:chgData name="Pablo Esteban Gutiérrez-Fonseca (he/him)" userId="25bdc618-995f-415b-9b28-31563f05eb38" providerId="ADAL" clId="{499F3B0B-BD88-4B34-B238-A6B8EC9CF49D}" dt="2024-04-14T16:24:50.157" v="944" actId="47"/>
        <pc:sldMkLst>
          <pc:docMk/>
          <pc:sldMk cId="2503546648" sldId="408"/>
        </pc:sldMkLst>
      </pc:sldChg>
      <pc:sldChg chg="del">
        <pc:chgData name="Pablo Esteban Gutiérrez-Fonseca (he/him)" userId="25bdc618-995f-415b-9b28-31563f05eb38" providerId="ADAL" clId="{499F3B0B-BD88-4B34-B238-A6B8EC9CF49D}" dt="2024-04-14T16:24:50.157" v="944" actId="47"/>
        <pc:sldMkLst>
          <pc:docMk/>
          <pc:sldMk cId="3810954347" sldId="409"/>
        </pc:sldMkLst>
      </pc:sldChg>
      <pc:sldChg chg="del">
        <pc:chgData name="Pablo Esteban Gutiérrez-Fonseca (he/him)" userId="25bdc618-995f-415b-9b28-31563f05eb38" providerId="ADAL" clId="{499F3B0B-BD88-4B34-B238-A6B8EC9CF49D}" dt="2024-04-14T16:24:50.157" v="944" actId="47"/>
        <pc:sldMkLst>
          <pc:docMk/>
          <pc:sldMk cId="3064640488" sldId="410"/>
        </pc:sldMkLst>
      </pc:sldChg>
      <pc:sldChg chg="del">
        <pc:chgData name="Pablo Esteban Gutiérrez-Fonseca (he/him)" userId="25bdc618-995f-415b-9b28-31563f05eb38" providerId="ADAL" clId="{499F3B0B-BD88-4B34-B238-A6B8EC9CF49D}" dt="2024-04-14T16:24:50.157" v="944" actId="47"/>
        <pc:sldMkLst>
          <pc:docMk/>
          <pc:sldMk cId="2587402738" sldId="411"/>
        </pc:sldMkLst>
      </pc:sldChg>
      <pc:sldChg chg="del">
        <pc:chgData name="Pablo Esteban Gutiérrez-Fonseca (he/him)" userId="25bdc618-995f-415b-9b28-31563f05eb38" providerId="ADAL" clId="{499F3B0B-BD88-4B34-B238-A6B8EC9CF49D}" dt="2024-04-14T16:25:10.635" v="946" actId="47"/>
        <pc:sldMkLst>
          <pc:docMk/>
          <pc:sldMk cId="3822568281" sldId="414"/>
        </pc:sldMkLst>
      </pc:sldChg>
      <pc:sldChg chg="del">
        <pc:chgData name="Pablo Esteban Gutiérrez-Fonseca (he/him)" userId="25bdc618-995f-415b-9b28-31563f05eb38" providerId="ADAL" clId="{499F3B0B-BD88-4B34-B238-A6B8EC9CF49D}" dt="2024-04-14T16:24:58.511" v="945" actId="47"/>
        <pc:sldMkLst>
          <pc:docMk/>
          <pc:sldMk cId="1092363910" sldId="415"/>
        </pc:sldMkLst>
      </pc:sldChg>
      <pc:sldChg chg="del">
        <pc:chgData name="Pablo Esteban Gutiérrez-Fonseca (he/him)" userId="25bdc618-995f-415b-9b28-31563f05eb38" providerId="ADAL" clId="{499F3B0B-BD88-4B34-B238-A6B8EC9CF49D}" dt="2024-04-14T16:24:50.157" v="944" actId="47"/>
        <pc:sldMkLst>
          <pc:docMk/>
          <pc:sldMk cId="2954419310" sldId="416"/>
        </pc:sldMkLst>
      </pc:sldChg>
      <pc:sldChg chg="del">
        <pc:chgData name="Pablo Esteban Gutiérrez-Fonseca (he/him)" userId="25bdc618-995f-415b-9b28-31563f05eb38" providerId="ADAL" clId="{499F3B0B-BD88-4B34-B238-A6B8EC9CF49D}" dt="2024-04-14T16:24:50.157" v="944" actId="47"/>
        <pc:sldMkLst>
          <pc:docMk/>
          <pc:sldMk cId="835148885" sldId="417"/>
        </pc:sldMkLst>
      </pc:sldChg>
      <pc:sldChg chg="del">
        <pc:chgData name="Pablo Esteban Gutiérrez-Fonseca (he/him)" userId="25bdc618-995f-415b-9b28-31563f05eb38" providerId="ADAL" clId="{499F3B0B-BD88-4B34-B238-A6B8EC9CF49D}" dt="2024-04-14T16:24:50.157" v="944" actId="47"/>
        <pc:sldMkLst>
          <pc:docMk/>
          <pc:sldMk cId="465093453" sldId="418"/>
        </pc:sldMkLst>
      </pc:sldChg>
      <pc:sldChg chg="del">
        <pc:chgData name="Pablo Esteban Gutiérrez-Fonseca (he/him)" userId="25bdc618-995f-415b-9b28-31563f05eb38" providerId="ADAL" clId="{499F3B0B-BD88-4B34-B238-A6B8EC9CF49D}" dt="2024-04-14T16:24:50.157" v="944" actId="47"/>
        <pc:sldMkLst>
          <pc:docMk/>
          <pc:sldMk cId="1718984951" sldId="421"/>
        </pc:sldMkLst>
      </pc:sldChg>
      <pc:sldChg chg="del">
        <pc:chgData name="Pablo Esteban Gutiérrez-Fonseca (he/him)" userId="25bdc618-995f-415b-9b28-31563f05eb38" providerId="ADAL" clId="{499F3B0B-BD88-4B34-B238-A6B8EC9CF49D}" dt="2024-04-14T16:24:50.157" v="944" actId="47"/>
        <pc:sldMkLst>
          <pc:docMk/>
          <pc:sldMk cId="2046322138" sldId="422"/>
        </pc:sldMkLst>
      </pc:sldChg>
      <pc:sldChg chg="del">
        <pc:chgData name="Pablo Esteban Gutiérrez-Fonseca (he/him)" userId="25bdc618-995f-415b-9b28-31563f05eb38" providerId="ADAL" clId="{499F3B0B-BD88-4B34-B238-A6B8EC9CF49D}" dt="2024-04-14T16:22:14.774" v="939" actId="47"/>
        <pc:sldMkLst>
          <pc:docMk/>
          <pc:sldMk cId="2227400068" sldId="423"/>
        </pc:sldMkLst>
      </pc:sldChg>
      <pc:sldChg chg="modSp mod">
        <pc:chgData name="Pablo Esteban Gutiérrez-Fonseca (he/him)" userId="25bdc618-995f-415b-9b28-31563f05eb38" providerId="ADAL" clId="{499F3B0B-BD88-4B34-B238-A6B8EC9CF49D}" dt="2024-04-14T17:35:01.039" v="1189" actId="179"/>
        <pc:sldMkLst>
          <pc:docMk/>
          <pc:sldMk cId="1995688423" sldId="424"/>
        </pc:sldMkLst>
      </pc:sldChg>
      <pc:sldChg chg="addSp modSp mod modAnim">
        <pc:chgData name="Pablo Esteban Gutiérrez-Fonseca (he/him)" userId="25bdc618-995f-415b-9b28-31563f05eb38" providerId="ADAL" clId="{499F3B0B-BD88-4B34-B238-A6B8EC9CF49D}" dt="2024-04-16T04:17:58.181" v="2529" actId="20577"/>
        <pc:sldMkLst>
          <pc:docMk/>
          <pc:sldMk cId="203113774" sldId="425"/>
        </pc:sldMkLst>
      </pc:sldChg>
      <pc:sldChg chg="addSp delSp modSp mod modAnim">
        <pc:chgData name="Pablo Esteban Gutiérrez-Fonseca (he/him)" userId="25bdc618-995f-415b-9b28-31563f05eb38" providerId="ADAL" clId="{499F3B0B-BD88-4B34-B238-A6B8EC9CF49D}" dt="2024-04-14T20:03:03.721" v="2002" actId="1076"/>
        <pc:sldMkLst>
          <pc:docMk/>
          <pc:sldMk cId="31230415" sldId="426"/>
        </pc:sldMkLst>
      </pc:sldChg>
      <pc:sldChg chg="modSp del mod">
        <pc:chgData name="Pablo Esteban Gutiérrez-Fonseca (he/him)" userId="25bdc618-995f-415b-9b28-31563f05eb38" providerId="ADAL" clId="{499F3B0B-BD88-4B34-B238-A6B8EC9CF49D}" dt="2024-04-13T13:23:28.621" v="88" actId="47"/>
        <pc:sldMkLst>
          <pc:docMk/>
          <pc:sldMk cId="2475363981" sldId="427"/>
        </pc:sldMkLst>
      </pc:sldChg>
      <pc:sldChg chg="addSp modSp mod modAnim">
        <pc:chgData name="Pablo Esteban Gutiérrez-Fonseca (he/him)" userId="25bdc618-995f-415b-9b28-31563f05eb38" providerId="ADAL" clId="{499F3B0B-BD88-4B34-B238-A6B8EC9CF49D}" dt="2024-04-14T19:42:30.085" v="1893" actId="14100"/>
        <pc:sldMkLst>
          <pc:docMk/>
          <pc:sldMk cId="3836665297" sldId="428"/>
        </pc:sldMkLst>
      </pc:sldChg>
      <pc:sldChg chg="modSp mod">
        <pc:chgData name="Pablo Esteban Gutiérrez-Fonseca (he/him)" userId="25bdc618-995f-415b-9b28-31563f05eb38" providerId="ADAL" clId="{499F3B0B-BD88-4B34-B238-A6B8EC9CF49D}" dt="2024-04-14T17:33:57.236" v="1183" actId="20577"/>
        <pc:sldMkLst>
          <pc:docMk/>
          <pc:sldMk cId="3252124337" sldId="429"/>
        </pc:sldMkLst>
      </pc:sldChg>
      <pc:sldChg chg="addSp delSp modSp add mod modAnim">
        <pc:chgData name="Pablo Esteban Gutiérrez-Fonseca (he/him)" userId="25bdc618-995f-415b-9b28-31563f05eb38" providerId="ADAL" clId="{499F3B0B-BD88-4B34-B238-A6B8EC9CF49D}" dt="2024-04-14T16:03:33.995" v="686" actId="1076"/>
        <pc:sldMkLst>
          <pc:docMk/>
          <pc:sldMk cId="3604376669" sldId="432"/>
        </pc:sldMkLst>
      </pc:sldChg>
      <pc:sldChg chg="del">
        <pc:chgData name="Pablo Esteban Gutiérrez-Fonseca (he/him)" userId="25bdc618-995f-415b-9b28-31563f05eb38" providerId="ADAL" clId="{499F3B0B-BD88-4B34-B238-A6B8EC9CF49D}" dt="2024-04-14T15:05:27.002" v="659" actId="2696"/>
        <pc:sldMkLst>
          <pc:docMk/>
          <pc:sldMk cId="3767931339" sldId="432"/>
        </pc:sldMkLst>
      </pc:sldChg>
      <pc:sldChg chg="modSp add mod">
        <pc:chgData name="Pablo Esteban Gutiérrez-Fonseca (he/him)" userId="25bdc618-995f-415b-9b28-31563f05eb38" providerId="ADAL" clId="{499F3B0B-BD88-4B34-B238-A6B8EC9CF49D}" dt="2024-04-16T04:26:36.486" v="2532" actId="113"/>
        <pc:sldMkLst>
          <pc:docMk/>
          <pc:sldMk cId="3705508344" sldId="433"/>
        </pc:sldMkLst>
      </pc:sldChg>
      <pc:sldChg chg="del">
        <pc:chgData name="Pablo Esteban Gutiérrez-Fonseca (he/him)" userId="25bdc618-995f-415b-9b28-31563f05eb38" providerId="ADAL" clId="{499F3B0B-BD88-4B34-B238-A6B8EC9CF49D}" dt="2024-04-14T15:05:27.002" v="659" actId="2696"/>
        <pc:sldMkLst>
          <pc:docMk/>
          <pc:sldMk cId="3779884305" sldId="433"/>
        </pc:sldMkLst>
      </pc:sldChg>
      <pc:sldChg chg="addSp modSp mod modAnim modNotesTx">
        <pc:chgData name="Pablo Esteban Gutiérrez-Fonseca (he/him)" userId="25bdc618-995f-415b-9b28-31563f05eb38" providerId="ADAL" clId="{499F3B0B-BD88-4B34-B238-A6B8EC9CF49D}" dt="2024-04-16T04:33:26.327" v="2538" actId="27636"/>
        <pc:sldMkLst>
          <pc:docMk/>
          <pc:sldMk cId="1966377490" sldId="434"/>
        </pc:sldMkLst>
      </pc:sldChg>
      <pc:sldChg chg="addSp modSp mod">
        <pc:chgData name="Pablo Esteban Gutiérrez-Fonseca (he/him)" userId="25bdc618-995f-415b-9b28-31563f05eb38" providerId="ADAL" clId="{499F3B0B-BD88-4B34-B238-A6B8EC9CF49D}" dt="2024-04-16T04:34:31.477" v="2543" actId="1076"/>
        <pc:sldMkLst>
          <pc:docMk/>
          <pc:sldMk cId="848024198" sldId="435"/>
        </pc:sldMkLst>
      </pc:sldChg>
      <pc:sldChg chg="addSp delSp modSp add mod modAnim chgLayout">
        <pc:chgData name="Pablo Esteban Gutiérrez-Fonseca (he/him)" userId="25bdc618-995f-415b-9b28-31563f05eb38" providerId="ADAL" clId="{499F3B0B-BD88-4B34-B238-A6B8EC9CF49D}" dt="2024-04-14T19:58:14.804" v="1955" actId="14100"/>
        <pc:sldMkLst>
          <pc:docMk/>
          <pc:sldMk cId="377430983" sldId="436"/>
        </pc:sldMkLst>
      </pc:sldChg>
      <pc:sldChg chg="addSp delSp modSp add mod modAnim">
        <pc:chgData name="Pablo Esteban Gutiérrez-Fonseca (he/him)" userId="25bdc618-995f-415b-9b28-31563f05eb38" providerId="ADAL" clId="{499F3B0B-BD88-4B34-B238-A6B8EC9CF49D}" dt="2024-04-16T04:22:00.604" v="2530" actId="113"/>
        <pc:sldMkLst>
          <pc:docMk/>
          <pc:sldMk cId="3554232102" sldId="437"/>
        </pc:sldMkLst>
      </pc:sldChg>
      <pc:sldChg chg="addSp delSp modSp add mod addAnim delAnim modAnim chgLayout modNotesTx">
        <pc:chgData name="Pablo Esteban Gutiérrez-Fonseca (he/him)" userId="25bdc618-995f-415b-9b28-31563f05eb38" providerId="ADAL" clId="{499F3B0B-BD88-4B34-B238-A6B8EC9CF49D}" dt="2024-04-14T20:07:12.233" v="2027" actId="1038"/>
        <pc:sldMkLst>
          <pc:docMk/>
          <pc:sldMk cId="1529519286" sldId="438"/>
        </pc:sldMkLst>
      </pc:sldChg>
      <pc:sldChg chg="addSp delSp modSp add mod modAnim">
        <pc:chgData name="Pablo Esteban Gutiérrez-Fonseca (he/him)" userId="25bdc618-995f-415b-9b28-31563f05eb38" providerId="ADAL" clId="{499F3B0B-BD88-4B34-B238-A6B8EC9CF49D}" dt="2024-04-14T20:05:07.777" v="2015" actId="20577"/>
        <pc:sldMkLst>
          <pc:docMk/>
          <pc:sldMk cId="1276764653" sldId="439"/>
        </pc:sldMkLst>
      </pc:sldChg>
      <pc:sldChg chg="delSp modSp add del mod modAnim">
        <pc:chgData name="Pablo Esteban Gutiérrez-Fonseca (he/him)" userId="25bdc618-995f-415b-9b28-31563f05eb38" providerId="ADAL" clId="{499F3B0B-BD88-4B34-B238-A6B8EC9CF49D}" dt="2024-04-14T14:39:27.823" v="446" actId="47"/>
        <pc:sldMkLst>
          <pc:docMk/>
          <pc:sldMk cId="3384767035" sldId="439"/>
        </pc:sldMkLst>
      </pc:sldChg>
      <pc:sldChg chg="addSp delSp modSp add mod delAnim chgLayout">
        <pc:chgData name="Pablo Esteban Gutiérrez-Fonseca (he/him)" userId="25bdc618-995f-415b-9b28-31563f05eb38" providerId="ADAL" clId="{499F3B0B-BD88-4B34-B238-A6B8EC9CF49D}" dt="2024-04-14T19:04:42.537" v="1570" actId="1076"/>
        <pc:sldMkLst>
          <pc:docMk/>
          <pc:sldMk cId="2710363587" sldId="440"/>
        </pc:sldMkLst>
      </pc:sldChg>
      <pc:sldChg chg="add del">
        <pc:chgData name="Pablo Esteban Gutiérrez-Fonseca (he/him)" userId="25bdc618-995f-415b-9b28-31563f05eb38" providerId="ADAL" clId="{499F3B0B-BD88-4B34-B238-A6B8EC9CF49D}" dt="2024-04-14T17:53:11.127" v="1306" actId="47"/>
        <pc:sldMkLst>
          <pc:docMk/>
          <pc:sldMk cId="1349195724" sldId="441"/>
        </pc:sldMkLst>
      </pc:sldChg>
      <pc:sldChg chg="add del">
        <pc:chgData name="Pablo Esteban Gutiérrez-Fonseca (he/him)" userId="25bdc618-995f-415b-9b28-31563f05eb38" providerId="ADAL" clId="{499F3B0B-BD88-4B34-B238-A6B8EC9CF49D}" dt="2024-04-14T15:07:14.064" v="667"/>
        <pc:sldMkLst>
          <pc:docMk/>
          <pc:sldMk cId="1518645884" sldId="441"/>
        </pc:sldMkLst>
      </pc:sldChg>
      <pc:sldChg chg="modSp add mod modAnim chgLayout">
        <pc:chgData name="Pablo Esteban Gutiérrez-Fonseca (he/him)" userId="25bdc618-995f-415b-9b28-31563f05eb38" providerId="ADAL" clId="{499F3B0B-BD88-4B34-B238-A6B8EC9CF49D}" dt="2024-04-14T22:06:33.063" v="2302" actId="207"/>
        <pc:sldMkLst>
          <pc:docMk/>
          <pc:sldMk cId="3650460827" sldId="442"/>
        </pc:sldMkLst>
      </pc:sldChg>
      <pc:sldChg chg="addSp delSp modSp add mod modClrScheme chgLayout">
        <pc:chgData name="Pablo Esteban Gutiérrez-Fonseca (he/him)" userId="25bdc618-995f-415b-9b28-31563f05eb38" providerId="ADAL" clId="{499F3B0B-BD88-4B34-B238-A6B8EC9CF49D}" dt="2024-04-14T22:26:37.973" v="2328" actId="21"/>
        <pc:sldMkLst>
          <pc:docMk/>
          <pc:sldMk cId="1442753479" sldId="443"/>
        </pc:sldMkLst>
      </pc:sldChg>
      <pc:sldChg chg="delSp modSp add mod">
        <pc:chgData name="Pablo Esteban Gutiérrez-Fonseca (he/him)" userId="25bdc618-995f-415b-9b28-31563f05eb38" providerId="ADAL" clId="{499F3B0B-BD88-4B34-B238-A6B8EC9CF49D}" dt="2024-04-14T22:07:50.689" v="2305" actId="20577"/>
        <pc:sldMkLst>
          <pc:docMk/>
          <pc:sldMk cId="4293684270" sldId="444"/>
        </pc:sldMkLst>
      </pc:sldChg>
      <pc:sldChg chg="addSp delSp modSp add mod">
        <pc:chgData name="Pablo Esteban Gutiérrez-Fonseca (he/him)" userId="25bdc618-995f-415b-9b28-31563f05eb38" providerId="ADAL" clId="{499F3B0B-BD88-4B34-B238-A6B8EC9CF49D}" dt="2024-04-14T23:23:56.203" v="2523" actId="114"/>
        <pc:sldMkLst>
          <pc:docMk/>
          <pc:sldMk cId="706335863" sldId="445"/>
        </pc:sldMkLst>
      </pc:sldChg>
      <pc:sldChg chg="addSp delSp modSp add del mod">
        <pc:chgData name="Pablo Esteban Gutiérrez-Fonseca (he/him)" userId="25bdc618-995f-415b-9b28-31563f05eb38" providerId="ADAL" clId="{499F3B0B-BD88-4B34-B238-A6B8EC9CF49D}" dt="2024-04-15T00:02:17.356" v="2524" actId="47"/>
        <pc:sldMkLst>
          <pc:docMk/>
          <pc:sldMk cId="303887930" sldId="446"/>
        </pc:sldMkLst>
      </pc:sldChg>
      <pc:sldChg chg="modSp add mod">
        <pc:chgData name="Pablo Esteban Gutiérrez-Fonseca (he/him)" userId="25bdc618-995f-415b-9b28-31563f05eb38" providerId="ADAL" clId="{499F3B0B-BD88-4B34-B238-A6B8EC9CF49D}" dt="2024-04-14T22:08:13.534" v="2317" actId="20577"/>
        <pc:sldMkLst>
          <pc:docMk/>
          <pc:sldMk cId="2456501208" sldId="447"/>
        </pc:sldMkLst>
      </pc:sldChg>
      <pc:sldChg chg="modSp new mod">
        <pc:chgData name="Pablo Esteban Gutiérrez-Fonseca (he/him)" userId="25bdc618-995f-415b-9b28-31563f05eb38" providerId="ADAL" clId="{499F3B0B-BD88-4B34-B238-A6B8EC9CF49D}" dt="2024-04-14T16:26:19.947" v="962" actId="27636"/>
        <pc:sldMkLst>
          <pc:docMk/>
          <pc:sldMk cId="433020280" sldId="448"/>
        </pc:sldMkLst>
      </pc:sldChg>
      <pc:sldChg chg="addSp modSp new mod modAnim">
        <pc:chgData name="Pablo Esteban Gutiérrez-Fonseca (he/him)" userId="25bdc618-995f-415b-9b28-31563f05eb38" providerId="ADAL" clId="{499F3B0B-BD88-4B34-B238-A6B8EC9CF49D}" dt="2024-04-14T21:07:09.007" v="2115" actId="1076"/>
        <pc:sldMkLst>
          <pc:docMk/>
          <pc:sldMk cId="1529699048" sldId="449"/>
        </pc:sldMkLst>
      </pc:sldChg>
      <pc:sldChg chg="addSp modSp add mod modAnim modNotesTx">
        <pc:chgData name="Pablo Esteban Gutiérrez-Fonseca (he/him)" userId="25bdc618-995f-415b-9b28-31563f05eb38" providerId="ADAL" clId="{499F3B0B-BD88-4B34-B238-A6B8EC9CF49D}" dt="2024-04-14T21:49:46.117" v="2164"/>
        <pc:sldMkLst>
          <pc:docMk/>
          <pc:sldMk cId="3028745146" sldId="450"/>
        </pc:sldMkLst>
      </pc:sldChg>
      <pc:sldChg chg="addSp delSp modSp add mod modNotesTx">
        <pc:chgData name="Pablo Esteban Gutiérrez-Fonseca (he/him)" userId="25bdc618-995f-415b-9b28-31563f05eb38" providerId="ADAL" clId="{499F3B0B-BD88-4B34-B238-A6B8EC9CF49D}" dt="2024-04-14T21:14:16.653" v="2145" actId="1076"/>
        <pc:sldMkLst>
          <pc:docMk/>
          <pc:sldMk cId="3409393423" sldId="451"/>
        </pc:sldMkLst>
      </pc:sldChg>
      <pc:sldChg chg="addSp modSp add mod modAnim">
        <pc:chgData name="Pablo Esteban Gutiérrez-Fonseca (he/him)" userId="25bdc618-995f-415b-9b28-31563f05eb38" providerId="ADAL" clId="{499F3B0B-BD88-4B34-B238-A6B8EC9CF49D}" dt="2024-04-14T18:58:09.591" v="1509" actId="108"/>
        <pc:sldMkLst>
          <pc:docMk/>
          <pc:sldMk cId="2044860063" sldId="452"/>
        </pc:sldMkLst>
      </pc:sldChg>
      <pc:sldChg chg="addSp delSp modSp add mod">
        <pc:chgData name="Pablo Esteban Gutiérrez-Fonseca (he/him)" userId="25bdc618-995f-415b-9b28-31563f05eb38" providerId="ADAL" clId="{499F3B0B-BD88-4B34-B238-A6B8EC9CF49D}" dt="2024-04-14T21:35:18.639" v="2150" actId="1076"/>
        <pc:sldMkLst>
          <pc:docMk/>
          <pc:sldMk cId="1599736166" sldId="453"/>
        </pc:sldMkLst>
      </pc:sldChg>
      <pc:sldChg chg="addSp modSp add mod">
        <pc:chgData name="Pablo Esteban Gutiérrez-Fonseca (he/him)" userId="25bdc618-995f-415b-9b28-31563f05eb38" providerId="ADAL" clId="{499F3B0B-BD88-4B34-B238-A6B8EC9CF49D}" dt="2024-04-14T17:29:20.580" v="1161" actId="6549"/>
        <pc:sldMkLst>
          <pc:docMk/>
          <pc:sldMk cId="2651903870" sldId="454"/>
        </pc:sldMkLst>
      </pc:sldChg>
      <pc:sldChg chg="modSp add del mod">
        <pc:chgData name="Pablo Esteban Gutiérrez-Fonseca (he/him)" userId="25bdc618-995f-415b-9b28-31563f05eb38" providerId="ADAL" clId="{499F3B0B-BD88-4B34-B238-A6B8EC9CF49D}" dt="2024-04-14T17:27:45.053" v="1140" actId="47"/>
        <pc:sldMkLst>
          <pc:docMk/>
          <pc:sldMk cId="2034621859" sldId="455"/>
        </pc:sldMkLst>
      </pc:sldChg>
      <pc:sldChg chg="modSp add mod">
        <pc:chgData name="Pablo Esteban Gutiérrez-Fonseca (he/him)" userId="25bdc618-995f-415b-9b28-31563f05eb38" providerId="ADAL" clId="{499F3B0B-BD88-4B34-B238-A6B8EC9CF49D}" dt="2024-04-14T17:29:53.099" v="1168"/>
        <pc:sldMkLst>
          <pc:docMk/>
          <pc:sldMk cId="3010514874" sldId="456"/>
        </pc:sldMkLst>
      </pc:sldChg>
      <pc:sldChg chg="modSp add mod">
        <pc:chgData name="Pablo Esteban Gutiérrez-Fonseca (he/him)" userId="25bdc618-995f-415b-9b28-31563f05eb38" providerId="ADAL" clId="{499F3B0B-BD88-4B34-B238-A6B8EC9CF49D}" dt="2024-04-14T17:29:55.934" v="1169"/>
        <pc:sldMkLst>
          <pc:docMk/>
          <pc:sldMk cId="3854649333" sldId="457"/>
        </pc:sldMkLst>
      </pc:sldChg>
      <pc:sldChg chg="modSp add mod">
        <pc:chgData name="Pablo Esteban Gutiérrez-Fonseca (he/him)" userId="25bdc618-995f-415b-9b28-31563f05eb38" providerId="ADAL" clId="{499F3B0B-BD88-4B34-B238-A6B8EC9CF49D}" dt="2024-04-14T17:29:14.268" v="1159" actId="113"/>
        <pc:sldMkLst>
          <pc:docMk/>
          <pc:sldMk cId="3794688295" sldId="458"/>
        </pc:sldMkLst>
      </pc:sldChg>
      <pc:sldChg chg="modSp new mod modAnim">
        <pc:chgData name="Pablo Esteban Gutiérrez-Fonseca (he/him)" userId="25bdc618-995f-415b-9b28-31563f05eb38" providerId="ADAL" clId="{499F3B0B-BD88-4B34-B238-A6B8EC9CF49D}" dt="2024-04-16T04:16:03.649" v="2528" actId="113"/>
        <pc:sldMkLst>
          <pc:docMk/>
          <pc:sldMk cId="831549164" sldId="459"/>
        </pc:sldMkLst>
      </pc:sldChg>
      <pc:sldChg chg="add del">
        <pc:chgData name="Pablo Esteban Gutiérrez-Fonseca (he/him)" userId="25bdc618-995f-415b-9b28-31563f05eb38" providerId="ADAL" clId="{499F3B0B-BD88-4B34-B238-A6B8EC9CF49D}" dt="2024-04-14T19:08:55.233" v="1572" actId="47"/>
        <pc:sldMkLst>
          <pc:docMk/>
          <pc:sldMk cId="685880386" sldId="460"/>
        </pc:sldMkLst>
      </pc:sldChg>
      <pc:sldChg chg="modSp add mod">
        <pc:chgData name="Pablo Esteban Gutiérrez-Fonseca (he/him)" userId="25bdc618-995f-415b-9b28-31563f05eb38" providerId="ADAL" clId="{499F3B0B-BD88-4B34-B238-A6B8EC9CF49D}" dt="2024-04-14T20:27:51.325" v="2111" actId="404"/>
        <pc:sldMkLst>
          <pc:docMk/>
          <pc:sldMk cId="3026364795" sldId="460"/>
        </pc:sldMkLst>
      </pc:sldChg>
      <pc:sldChg chg="addSp modSp add mod modNotesTx">
        <pc:chgData name="Pablo Esteban Gutiérrez-Fonseca (he/him)" userId="25bdc618-995f-415b-9b28-31563f05eb38" providerId="ADAL" clId="{499F3B0B-BD88-4B34-B238-A6B8EC9CF49D}" dt="2024-04-14T23:18:30.367" v="2495" actId="108"/>
        <pc:sldMkLst>
          <pc:docMk/>
          <pc:sldMk cId="2790315627" sldId="461"/>
        </pc:sldMkLst>
      </pc:sldChg>
      <pc:sldChg chg="addSp delSp modSp mod">
        <pc:chgData name="Pablo Esteban Gutiérrez-Fonseca (he/him)" userId="25bdc618-995f-415b-9b28-31563f05eb38" providerId="ADAL" clId="{499F3B0B-BD88-4B34-B238-A6B8EC9CF49D}" dt="2024-04-16T04:50:40.314" v="2610" actId="1035"/>
        <pc:sldMkLst>
          <pc:docMk/>
          <pc:sldMk cId="4283467524" sldId="462"/>
        </pc:sldMkLst>
      </pc:sldChg>
      <pc:sldChg chg="addSp delSp modSp mod">
        <pc:chgData name="Pablo Esteban Gutiérrez-Fonseca (he/him)" userId="25bdc618-995f-415b-9b28-31563f05eb38" providerId="ADAL" clId="{499F3B0B-BD88-4B34-B238-A6B8EC9CF49D}" dt="2024-04-16T04:56:15.300" v="2679" actId="20577"/>
        <pc:sldMkLst>
          <pc:docMk/>
          <pc:sldMk cId="2865823119" sldId="463"/>
        </pc:sldMkLst>
      </pc:sldChg>
      <pc:sldChg chg="addSp delSp modSp mod">
        <pc:chgData name="Pablo Esteban Gutiérrez-Fonseca (he/him)" userId="25bdc618-995f-415b-9b28-31563f05eb38" providerId="ADAL" clId="{499F3B0B-BD88-4B34-B238-A6B8EC9CF49D}" dt="2024-04-16T04:58:23.342" v="2703" actId="255"/>
        <pc:sldMkLst>
          <pc:docMk/>
          <pc:sldMk cId="1105824289" sldId="464"/>
        </pc:sldMkLst>
      </pc:sldChg>
      <pc:sldChg chg="addSp delSp modSp mod">
        <pc:chgData name="Pablo Esteban Gutiérrez-Fonseca (he/him)" userId="25bdc618-995f-415b-9b28-31563f05eb38" providerId="ADAL" clId="{499F3B0B-BD88-4B34-B238-A6B8EC9CF49D}" dt="2024-04-16T04:52:33.784" v="2630" actId="167"/>
        <pc:sldMkLst>
          <pc:docMk/>
          <pc:sldMk cId="3387775123" sldId="465"/>
        </pc:sldMkLst>
      </pc:sldChg>
      <pc:sldChg chg="addSp delSp modSp mod">
        <pc:chgData name="Pablo Esteban Gutiérrez-Fonseca (he/him)" userId="25bdc618-995f-415b-9b28-31563f05eb38" providerId="ADAL" clId="{499F3B0B-BD88-4B34-B238-A6B8EC9CF49D}" dt="2024-04-16T04:53:13.753" v="2640" actId="1035"/>
        <pc:sldMkLst>
          <pc:docMk/>
          <pc:sldMk cId="3963161799" sldId="466"/>
        </pc:sldMkLst>
      </pc:sldChg>
      <pc:sldChg chg="addSp delSp modSp mod">
        <pc:chgData name="Pablo Esteban Gutiérrez-Fonseca (he/him)" userId="25bdc618-995f-415b-9b28-31563f05eb38" providerId="ADAL" clId="{499F3B0B-BD88-4B34-B238-A6B8EC9CF49D}" dt="2024-04-16T04:53:00.364" v="2636" actId="1037"/>
        <pc:sldMkLst>
          <pc:docMk/>
          <pc:sldMk cId="1477401131" sldId="467"/>
        </pc:sldMkLst>
      </pc:sldChg>
      <pc:sldChg chg="addSp delSp modSp mod">
        <pc:chgData name="Pablo Esteban Gutiérrez-Fonseca (he/him)" userId="25bdc618-995f-415b-9b28-31563f05eb38" providerId="ADAL" clId="{499F3B0B-BD88-4B34-B238-A6B8EC9CF49D}" dt="2024-04-16T04:54:01.247" v="2645" actId="1035"/>
        <pc:sldMkLst>
          <pc:docMk/>
          <pc:sldMk cId="4086430647" sldId="468"/>
        </pc:sldMkLst>
      </pc:sldChg>
      <pc:sldChg chg="addSp delSp modSp mod">
        <pc:chgData name="Pablo Esteban Gutiérrez-Fonseca (he/him)" userId="25bdc618-995f-415b-9b28-31563f05eb38" providerId="ADAL" clId="{499F3B0B-BD88-4B34-B238-A6B8EC9CF49D}" dt="2024-04-16T04:54:24.854" v="2649" actId="1035"/>
        <pc:sldMkLst>
          <pc:docMk/>
          <pc:sldMk cId="1646979674" sldId="469"/>
        </pc:sldMkLst>
      </pc:sldChg>
      <pc:sldChg chg="addSp delSp modSp mod">
        <pc:chgData name="Pablo Esteban Gutiérrez-Fonseca (he/him)" userId="25bdc618-995f-415b-9b28-31563f05eb38" providerId="ADAL" clId="{499F3B0B-BD88-4B34-B238-A6B8EC9CF49D}" dt="2024-04-16T04:54:52.595" v="2653" actId="1035"/>
        <pc:sldMkLst>
          <pc:docMk/>
          <pc:sldMk cId="2399413619" sldId="470"/>
        </pc:sldMkLst>
      </pc:sldChg>
      <pc:sldChg chg="addSp delSp modSp mod">
        <pc:chgData name="Pablo Esteban Gutiérrez-Fonseca (he/him)" userId="25bdc618-995f-415b-9b28-31563f05eb38" providerId="ADAL" clId="{499F3B0B-BD88-4B34-B238-A6B8EC9CF49D}" dt="2024-04-16T04:55:04.631" v="2656" actId="167"/>
        <pc:sldMkLst>
          <pc:docMk/>
          <pc:sldMk cId="3713444159" sldId="471"/>
        </pc:sldMkLst>
      </pc:sldChg>
      <pc:sldChg chg="addSp delSp modSp mod">
        <pc:chgData name="Pablo Esteban Gutiérrez-Fonseca (he/him)" userId="25bdc618-995f-415b-9b28-31563f05eb38" providerId="ADAL" clId="{499F3B0B-BD88-4B34-B238-A6B8EC9CF49D}" dt="2024-04-16T05:02:17.739" v="2708" actId="1076"/>
        <pc:sldMkLst>
          <pc:docMk/>
          <pc:sldMk cId="312242398" sldId="473"/>
        </pc:sldMkLst>
      </pc:sldChg>
      <pc:sldChg chg="addSp delSp modSp mod modClrScheme modAnim chgLayout">
        <pc:chgData name="Pablo Esteban Gutiérrez-Fonseca (he/him)" userId="25bdc618-995f-415b-9b28-31563f05eb38" providerId="ADAL" clId="{499F3B0B-BD88-4B34-B238-A6B8EC9CF49D}" dt="2024-04-16T05:12:20.586" v="2746"/>
        <pc:sldMkLst>
          <pc:docMk/>
          <pc:sldMk cId="4187936776" sldId="474"/>
        </pc:sldMkLst>
      </pc:sldChg>
      <pc:sldChg chg="addSp delSp modSp new mod modClrScheme chgLayout modNotesTx">
        <pc:chgData name="Pablo Esteban Gutiérrez-Fonseca (he/him)" userId="25bdc618-995f-415b-9b28-31563f05eb38" providerId="ADAL" clId="{499F3B0B-BD88-4B34-B238-A6B8EC9CF49D}" dt="2024-04-16T05:08:09.739" v="2720"/>
        <pc:sldMkLst>
          <pc:docMk/>
          <pc:sldMk cId="274915159" sldId="475"/>
        </pc:sldMkLst>
      </pc:sldChg>
      <pc:sldChg chg="delSp add mod ord delAnim">
        <pc:chgData name="Pablo Esteban Gutiérrez-Fonseca (he/him)" userId="25bdc618-995f-415b-9b28-31563f05eb38" providerId="ADAL" clId="{499F3B0B-BD88-4B34-B238-A6B8EC9CF49D}" dt="2024-04-16T05:10:32.664" v="2729"/>
        <pc:sldMkLst>
          <pc:docMk/>
          <pc:sldMk cId="2192977316" sldId="476"/>
        </pc:sldMkLst>
      </pc:sldChg>
      <pc:sldMasterChg chg="del delSldLayout">
        <pc:chgData name="Pablo Esteban Gutiérrez-Fonseca (he/him)" userId="25bdc618-995f-415b-9b28-31563f05eb38" providerId="ADAL" clId="{499F3B0B-BD88-4B34-B238-A6B8EC9CF49D}" dt="2024-04-14T16:24:50.157" v="944" actId="47"/>
        <pc:sldMasterMkLst>
          <pc:docMk/>
          <pc:sldMasterMk cId="411600063" sldId="2147483831"/>
        </pc:sldMasterMkLst>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402482749" sldId="2147483832"/>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01939074" sldId="2147483833"/>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557268898" sldId="2147483834"/>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2464604320" sldId="2147483835"/>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911995559" sldId="2147483836"/>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478775020" sldId="2147483837"/>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1990135365" sldId="2147483838"/>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447949809" sldId="2147483839"/>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112720356" sldId="2147483840"/>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2898900999" sldId="2147483841"/>
          </pc:sldLayoutMkLst>
        </pc:sldLayoutChg>
        <pc:sldLayoutChg chg="del">
          <pc:chgData name="Pablo Esteban Gutiérrez-Fonseca (he/him)" userId="25bdc618-995f-415b-9b28-31563f05eb38" providerId="ADAL" clId="{499F3B0B-BD88-4B34-B238-A6B8EC9CF49D}" dt="2024-04-14T16:24:50.157" v="944" actId="47"/>
          <pc:sldLayoutMkLst>
            <pc:docMk/>
            <pc:sldMasterMk cId="411600063" sldId="2147483831"/>
            <pc:sldLayoutMk cId="3674322465" sldId="2147483842"/>
          </pc:sldLayoutMkLst>
        </pc:sldLayoutChg>
      </pc:sldMasterChg>
    </pc:docChg>
  </pc:docChgLst>
  <pc:docChgLst>
    <pc:chgData name="Pablo Gutiérrez-Fonseca" userId="25bdc618-995f-415b-9b28-31563f05eb38" providerId="ADAL" clId="{5C7A34C7-F348-46B3-A37B-06401C717905}"/>
    <pc:docChg chg="delSld">
      <pc:chgData name="Pablo Gutiérrez-Fonseca" userId="25bdc618-995f-415b-9b28-31563f05eb38" providerId="ADAL" clId="{5C7A34C7-F348-46B3-A37B-06401C717905}" dt="2023-04-18T02:16:55.228" v="0" actId="47"/>
      <pc:docMkLst>
        <pc:docMk/>
      </pc:docMkLst>
      <pc:sldChg chg="del">
        <pc:chgData name="Pablo Gutiérrez-Fonseca" userId="25bdc618-995f-415b-9b28-31563f05eb38" providerId="ADAL" clId="{5C7A34C7-F348-46B3-A37B-06401C717905}" dt="2023-04-18T02:16:55.228" v="0" actId="47"/>
        <pc:sldMkLst>
          <pc:docMk/>
          <pc:sldMk cId="1186673443" sldId="424"/>
        </pc:sldMkLst>
      </pc:sldChg>
    </pc:docChg>
  </pc:docChgLst>
  <pc:docChgLst>
    <pc:chgData name="Pablo Esteban Gutiérrez-Fonseca (he/him)" userId="25bdc618-995f-415b-9b28-31563f05eb38" providerId="ADAL" clId="{9BA6E492-592D-420C-B713-8131141F9A67}"/>
    <pc:docChg chg="custSel modSld">
      <pc:chgData name="Pablo Esteban Gutiérrez-Fonseca (he/him)" userId="25bdc618-995f-415b-9b28-31563f05eb38" providerId="ADAL" clId="{9BA6E492-592D-420C-B713-8131141F9A67}" dt="2025-04-16T18:50:59.989" v="26" actId="6549"/>
      <pc:docMkLst>
        <pc:docMk/>
      </pc:docMkLst>
      <pc:sldChg chg="mod modShow">
        <pc:chgData name="Pablo Esteban Gutiérrez-Fonseca (he/him)" userId="25bdc618-995f-415b-9b28-31563f05eb38" providerId="ADAL" clId="{9BA6E492-592D-420C-B713-8131141F9A67}" dt="2025-04-16T16:17:00.285" v="0" actId="729"/>
        <pc:sldMkLst>
          <pc:docMk/>
          <pc:sldMk cId="3383735679" sldId="341"/>
        </pc:sldMkLst>
      </pc:sldChg>
      <pc:sldChg chg="modSp mod">
        <pc:chgData name="Pablo Esteban Gutiérrez-Fonseca (he/him)" userId="25bdc618-995f-415b-9b28-31563f05eb38" providerId="ADAL" clId="{9BA6E492-592D-420C-B713-8131141F9A67}" dt="2025-04-16T18:50:59.989" v="26" actId="6549"/>
        <pc:sldMkLst>
          <pc:docMk/>
          <pc:sldMk cId="1244028986" sldId="345"/>
        </pc:sldMkLst>
        <pc:spChg chg="mod">
          <ac:chgData name="Pablo Esteban Gutiérrez-Fonseca (he/him)" userId="25bdc618-995f-415b-9b28-31563f05eb38" providerId="ADAL" clId="{9BA6E492-592D-420C-B713-8131141F9A67}" dt="2025-04-16T18:50:59.989" v="26" actId="6549"/>
          <ac:spMkLst>
            <pc:docMk/>
            <pc:sldMk cId="1244028986" sldId="345"/>
            <ac:spMk id="3" creationId="{60DB5D6A-357F-0B7F-395F-9407964D89D2}"/>
          </ac:spMkLst>
        </pc:spChg>
      </pc:sldChg>
    </pc:docChg>
  </pc:docChgLst>
  <pc:docChgLst>
    <pc:chgData name="Pablo Esteban Gutiérrez-Fonseca (he/him)" userId="25bdc618-995f-415b-9b28-31563f05eb38" providerId="ADAL" clId="{7CB16E9E-DD1F-44B3-BA75-F0149ED99586}"/>
    <pc:docChg chg="addSld modSld">
      <pc:chgData name="Pablo Esteban Gutiérrez-Fonseca (he/him)" userId="25bdc618-995f-415b-9b28-31563f05eb38" providerId="ADAL" clId="{7CB16E9E-DD1F-44B3-BA75-F0149ED99586}" dt="2025-04-16T02:31:12.678" v="13"/>
      <pc:docMkLst>
        <pc:docMk/>
      </pc:docMkLst>
      <pc:sldChg chg="addSp modSp mod modAnim modNotesTx">
        <pc:chgData name="Pablo Esteban Gutiérrez-Fonseca (he/him)" userId="25bdc618-995f-415b-9b28-31563f05eb38" providerId="ADAL" clId="{7CB16E9E-DD1F-44B3-BA75-F0149ED99586}" dt="2025-04-16T01:59:36.727" v="6"/>
        <pc:sldMkLst>
          <pc:docMk/>
          <pc:sldMk cId="1752915387" sldId="339"/>
        </pc:sldMkLst>
        <pc:picChg chg="add mod">
          <ac:chgData name="Pablo Esteban Gutiérrez-Fonseca (he/him)" userId="25bdc618-995f-415b-9b28-31563f05eb38" providerId="ADAL" clId="{7CB16E9E-DD1F-44B3-BA75-F0149ED99586}" dt="2025-04-16T01:59:34.067" v="5" actId="1076"/>
          <ac:picMkLst>
            <pc:docMk/>
            <pc:sldMk cId="1752915387" sldId="339"/>
            <ac:picMk id="5" creationId="{7EBBE637-A876-2B78-F8C3-A1F5B4766BE5}"/>
          </ac:picMkLst>
        </pc:picChg>
      </pc:sldChg>
      <pc:sldChg chg="modSp new mod modNotesTx">
        <pc:chgData name="Pablo Esteban Gutiérrez-Fonseca (he/him)" userId="25bdc618-995f-415b-9b28-31563f05eb38" providerId="ADAL" clId="{7CB16E9E-DD1F-44B3-BA75-F0149ED99586}" dt="2025-04-16T02:31:12.678" v="13"/>
        <pc:sldMkLst>
          <pc:docMk/>
          <pc:sldMk cId="3539073863" sldId="350"/>
        </pc:sldMkLst>
        <pc:spChg chg="mod">
          <ac:chgData name="Pablo Esteban Gutiérrez-Fonseca (he/him)" userId="25bdc618-995f-415b-9b28-31563f05eb38" providerId="ADAL" clId="{7CB16E9E-DD1F-44B3-BA75-F0149ED99586}" dt="2025-04-16T02:31:03.374" v="11" actId="404"/>
          <ac:spMkLst>
            <pc:docMk/>
            <pc:sldMk cId="3539073863" sldId="350"/>
            <ac:spMk id="2" creationId="{E50E47DE-ADE1-C319-8426-C17AB19AC34B}"/>
          </ac:spMkLst>
        </pc:spChg>
        <pc:spChg chg="mod">
          <ac:chgData name="Pablo Esteban Gutiérrez-Fonseca (he/him)" userId="25bdc618-995f-415b-9b28-31563f05eb38" providerId="ADAL" clId="{7CB16E9E-DD1F-44B3-BA75-F0149ED99586}" dt="2025-04-16T02:31:07.063" v="12" actId="404"/>
          <ac:spMkLst>
            <pc:docMk/>
            <pc:sldMk cId="3539073863" sldId="350"/>
            <ac:spMk id="3" creationId="{BFD8C868-648F-17AB-5E0D-148BB3AEB13A}"/>
          </ac:spMkLst>
        </pc:spChg>
      </pc:sldChg>
    </pc:docChg>
  </pc:docChgLst>
  <pc:docChgLst>
    <pc:chgData name="Pablo Esteban Gutiérrez-Fonseca (he/him)" userId="25bdc618-995f-415b-9b28-31563f05eb38" providerId="ADAL" clId="{A216CF9F-B214-4DDD-AEAB-462713E5FA62}"/>
    <pc:docChg chg="undo redo custSel addSld delSld modSld sldOrd modMainMaster modNotesMaster">
      <pc:chgData name="Pablo Esteban Gutiérrez-Fonseca (he/him)" userId="25bdc618-995f-415b-9b28-31563f05eb38" providerId="ADAL" clId="{A216CF9F-B214-4DDD-AEAB-462713E5FA62}" dt="2024-04-17T14:28:57.228" v="2163"/>
      <pc:docMkLst>
        <pc:docMk/>
      </pc:docMkLst>
      <pc:sldChg chg="addSp delSp modSp mod chgLayout">
        <pc:chgData name="Pablo Esteban Gutiérrez-Fonseca (he/him)" userId="25bdc618-995f-415b-9b28-31563f05eb38" providerId="ADAL" clId="{A216CF9F-B214-4DDD-AEAB-462713E5FA62}" dt="2024-04-12T17:13:07.724" v="131"/>
        <pc:sldMkLst>
          <pc:docMk/>
          <pc:sldMk cId="0" sldId="256"/>
        </pc:sldMkLst>
      </pc:sldChg>
      <pc:sldChg chg="modSp">
        <pc:chgData name="Pablo Esteban Gutiérrez-Fonseca (he/him)" userId="25bdc618-995f-415b-9b28-31563f05eb38" providerId="ADAL" clId="{A216CF9F-B214-4DDD-AEAB-462713E5FA62}" dt="2024-04-12T17:13:07.724" v="131"/>
        <pc:sldMkLst>
          <pc:docMk/>
          <pc:sldMk cId="0" sldId="261"/>
        </pc:sldMkLst>
      </pc:sldChg>
      <pc:sldChg chg="modSp">
        <pc:chgData name="Pablo Esteban Gutiérrez-Fonseca (he/him)" userId="25bdc618-995f-415b-9b28-31563f05eb38" providerId="ADAL" clId="{A216CF9F-B214-4DDD-AEAB-462713E5FA62}" dt="2024-04-12T17:13:07.724" v="131"/>
        <pc:sldMkLst>
          <pc:docMk/>
          <pc:sldMk cId="0" sldId="271"/>
        </pc:sldMkLst>
      </pc:sldChg>
      <pc:sldChg chg="modSp modNotes">
        <pc:chgData name="Pablo Esteban Gutiérrez-Fonseca (he/him)" userId="25bdc618-995f-415b-9b28-31563f05eb38" providerId="ADAL" clId="{A216CF9F-B214-4DDD-AEAB-462713E5FA62}" dt="2024-04-12T17:13:07.724" v="131"/>
        <pc:sldMkLst>
          <pc:docMk/>
          <pc:sldMk cId="0" sldId="275"/>
        </pc:sldMkLst>
      </pc:sldChg>
      <pc:sldChg chg="modSp">
        <pc:chgData name="Pablo Esteban Gutiérrez-Fonseca (he/him)" userId="25bdc618-995f-415b-9b28-31563f05eb38" providerId="ADAL" clId="{A216CF9F-B214-4DDD-AEAB-462713E5FA62}" dt="2024-04-12T17:13:07.724" v="131"/>
        <pc:sldMkLst>
          <pc:docMk/>
          <pc:sldMk cId="0" sldId="306"/>
        </pc:sldMkLst>
      </pc:sldChg>
      <pc:sldChg chg="modSp">
        <pc:chgData name="Pablo Esteban Gutiérrez-Fonseca (he/him)" userId="25bdc618-995f-415b-9b28-31563f05eb38" providerId="ADAL" clId="{A216CF9F-B214-4DDD-AEAB-462713E5FA62}" dt="2024-04-12T17:13:07.724" v="131"/>
        <pc:sldMkLst>
          <pc:docMk/>
          <pc:sldMk cId="0" sldId="318"/>
        </pc:sldMkLst>
      </pc:sldChg>
      <pc:sldChg chg="modSp">
        <pc:chgData name="Pablo Esteban Gutiérrez-Fonseca (he/him)" userId="25bdc618-995f-415b-9b28-31563f05eb38" providerId="ADAL" clId="{A216CF9F-B214-4DDD-AEAB-462713E5FA62}" dt="2024-04-12T17:13:07.724" v="131"/>
        <pc:sldMkLst>
          <pc:docMk/>
          <pc:sldMk cId="0" sldId="321"/>
        </pc:sldMkLst>
      </pc:sldChg>
      <pc:sldChg chg="modSp mod">
        <pc:chgData name="Pablo Esteban Gutiérrez-Fonseca (he/him)" userId="25bdc618-995f-415b-9b28-31563f05eb38" providerId="ADAL" clId="{A216CF9F-B214-4DDD-AEAB-462713E5FA62}" dt="2024-04-12T17:13:07.876" v="133" actId="27636"/>
        <pc:sldMkLst>
          <pc:docMk/>
          <pc:sldMk cId="0" sldId="322"/>
        </pc:sldMkLst>
      </pc:sldChg>
      <pc:sldChg chg="modSp">
        <pc:chgData name="Pablo Esteban Gutiérrez-Fonseca (he/him)" userId="25bdc618-995f-415b-9b28-31563f05eb38" providerId="ADAL" clId="{A216CF9F-B214-4DDD-AEAB-462713E5FA62}" dt="2024-04-12T17:13:07.724" v="131"/>
        <pc:sldMkLst>
          <pc:docMk/>
          <pc:sldMk cId="0" sldId="328"/>
        </pc:sldMkLst>
      </pc:sldChg>
      <pc:sldChg chg="modSp">
        <pc:chgData name="Pablo Esteban Gutiérrez-Fonseca (he/him)" userId="25bdc618-995f-415b-9b28-31563f05eb38" providerId="ADAL" clId="{A216CF9F-B214-4DDD-AEAB-462713E5FA62}" dt="2024-04-12T17:13:07.724" v="131"/>
        <pc:sldMkLst>
          <pc:docMk/>
          <pc:sldMk cId="0" sldId="329"/>
        </pc:sldMkLst>
      </pc:sldChg>
      <pc:sldChg chg="addSp delSp modSp add mod modAnim">
        <pc:chgData name="Pablo Esteban Gutiérrez-Fonseca (he/him)" userId="25bdc618-995f-415b-9b28-31563f05eb38" providerId="ADAL" clId="{A216CF9F-B214-4DDD-AEAB-462713E5FA62}" dt="2024-04-15T14:09:28.336" v="1414"/>
        <pc:sldMkLst>
          <pc:docMk/>
          <pc:sldMk cId="452531698" sldId="338"/>
        </pc:sldMkLst>
      </pc:sldChg>
      <pc:sldChg chg="modSp">
        <pc:chgData name="Pablo Esteban Gutiérrez-Fonseca (he/him)" userId="25bdc618-995f-415b-9b28-31563f05eb38" providerId="ADAL" clId="{A216CF9F-B214-4DDD-AEAB-462713E5FA62}" dt="2024-04-12T17:13:07.724" v="131"/>
        <pc:sldMkLst>
          <pc:docMk/>
          <pc:sldMk cId="0" sldId="349"/>
        </pc:sldMkLst>
      </pc:sldChg>
      <pc:sldChg chg="addSp delSp modSp mod chgLayout">
        <pc:chgData name="Pablo Esteban Gutiérrez-Fonseca (he/him)" userId="25bdc618-995f-415b-9b28-31563f05eb38" providerId="ADAL" clId="{A216CF9F-B214-4DDD-AEAB-462713E5FA62}" dt="2024-04-15T14:15:06.888" v="1439" actId="113"/>
        <pc:sldMkLst>
          <pc:docMk/>
          <pc:sldMk cId="0" sldId="353"/>
        </pc:sldMkLst>
      </pc:sldChg>
      <pc:sldChg chg="modSp ord modNotes">
        <pc:chgData name="Pablo Esteban Gutiérrez-Fonseca (he/him)" userId="25bdc618-995f-415b-9b28-31563f05eb38" providerId="ADAL" clId="{A216CF9F-B214-4DDD-AEAB-462713E5FA62}" dt="2024-04-12T20:14:58.192" v="769"/>
        <pc:sldMkLst>
          <pc:docMk/>
          <pc:sldMk cId="0" sldId="357"/>
        </pc:sldMkLst>
      </pc:sldChg>
      <pc:sldChg chg="modSp add mod modAnim">
        <pc:chgData name="Pablo Esteban Gutiérrez-Fonseca (he/him)" userId="25bdc618-995f-415b-9b28-31563f05eb38" providerId="ADAL" clId="{A216CF9F-B214-4DDD-AEAB-462713E5FA62}" dt="2024-04-16T14:24:18.586" v="2086"/>
        <pc:sldMkLst>
          <pc:docMk/>
          <pc:sldMk cId="0" sldId="358"/>
        </pc:sldMkLst>
      </pc:sldChg>
      <pc:sldChg chg="modSp">
        <pc:chgData name="Pablo Esteban Gutiérrez-Fonseca (he/him)" userId="25bdc618-995f-415b-9b28-31563f05eb38" providerId="ADAL" clId="{A216CF9F-B214-4DDD-AEAB-462713E5FA62}" dt="2024-04-12T17:13:07.724" v="131"/>
        <pc:sldMkLst>
          <pc:docMk/>
          <pc:sldMk cId="0" sldId="362"/>
        </pc:sldMkLst>
      </pc:sldChg>
      <pc:sldChg chg="modSp">
        <pc:chgData name="Pablo Esteban Gutiérrez-Fonseca (he/him)" userId="25bdc618-995f-415b-9b28-31563f05eb38" providerId="ADAL" clId="{A216CF9F-B214-4DDD-AEAB-462713E5FA62}" dt="2024-04-12T17:13:07.724" v="131"/>
        <pc:sldMkLst>
          <pc:docMk/>
          <pc:sldMk cId="0" sldId="363"/>
        </pc:sldMkLst>
      </pc:sldChg>
      <pc:sldChg chg="modSp">
        <pc:chgData name="Pablo Esteban Gutiérrez-Fonseca (he/him)" userId="25bdc618-995f-415b-9b28-31563f05eb38" providerId="ADAL" clId="{A216CF9F-B214-4DDD-AEAB-462713E5FA62}" dt="2024-04-12T17:13:07.724" v="131"/>
        <pc:sldMkLst>
          <pc:docMk/>
          <pc:sldMk cId="0" sldId="369"/>
        </pc:sldMkLst>
      </pc:sldChg>
      <pc:sldChg chg="modSp">
        <pc:chgData name="Pablo Esteban Gutiérrez-Fonseca (he/him)" userId="25bdc618-995f-415b-9b28-31563f05eb38" providerId="ADAL" clId="{A216CF9F-B214-4DDD-AEAB-462713E5FA62}" dt="2024-04-12T17:13:07.724" v="131"/>
        <pc:sldMkLst>
          <pc:docMk/>
          <pc:sldMk cId="698380568" sldId="384"/>
        </pc:sldMkLst>
      </pc:sldChg>
      <pc:sldChg chg="modSp">
        <pc:chgData name="Pablo Esteban Gutiérrez-Fonseca (he/him)" userId="25bdc618-995f-415b-9b28-31563f05eb38" providerId="ADAL" clId="{A216CF9F-B214-4DDD-AEAB-462713E5FA62}" dt="2024-04-12T17:13:07.724" v="131"/>
        <pc:sldMkLst>
          <pc:docMk/>
          <pc:sldMk cId="2682755489" sldId="386"/>
        </pc:sldMkLst>
      </pc:sldChg>
      <pc:sldChg chg="modSp mod">
        <pc:chgData name="Pablo Esteban Gutiérrez-Fonseca (he/him)" userId="25bdc618-995f-415b-9b28-31563f05eb38" providerId="ADAL" clId="{A216CF9F-B214-4DDD-AEAB-462713E5FA62}" dt="2024-04-12T17:13:07.861" v="132" actId="27636"/>
        <pc:sldMkLst>
          <pc:docMk/>
          <pc:sldMk cId="40550363" sldId="387"/>
        </pc:sldMkLst>
      </pc:sldChg>
      <pc:sldChg chg="modSp">
        <pc:chgData name="Pablo Esteban Gutiérrez-Fonseca (he/him)" userId="25bdc618-995f-415b-9b28-31563f05eb38" providerId="ADAL" clId="{A216CF9F-B214-4DDD-AEAB-462713E5FA62}" dt="2024-04-12T17:13:07.724" v="131"/>
        <pc:sldMkLst>
          <pc:docMk/>
          <pc:sldMk cId="828757706" sldId="388"/>
        </pc:sldMkLst>
      </pc:sldChg>
      <pc:sldChg chg="modSp">
        <pc:chgData name="Pablo Esteban Gutiérrez-Fonseca (he/him)" userId="25bdc618-995f-415b-9b28-31563f05eb38" providerId="ADAL" clId="{A216CF9F-B214-4DDD-AEAB-462713E5FA62}" dt="2024-04-12T17:13:07.724" v="131"/>
        <pc:sldMkLst>
          <pc:docMk/>
          <pc:sldMk cId="2261517203" sldId="389"/>
        </pc:sldMkLst>
      </pc:sldChg>
      <pc:sldChg chg="modSp">
        <pc:chgData name="Pablo Esteban Gutiérrez-Fonseca (he/him)" userId="25bdc618-995f-415b-9b28-31563f05eb38" providerId="ADAL" clId="{A216CF9F-B214-4DDD-AEAB-462713E5FA62}" dt="2024-04-12T17:13:07.724" v="131"/>
        <pc:sldMkLst>
          <pc:docMk/>
          <pc:sldMk cId="388603682" sldId="390"/>
        </pc:sldMkLst>
      </pc:sldChg>
      <pc:sldChg chg="modSp del">
        <pc:chgData name="Pablo Esteban Gutiérrez-Fonseca (he/him)" userId="25bdc618-995f-415b-9b28-31563f05eb38" providerId="ADAL" clId="{A216CF9F-B214-4DDD-AEAB-462713E5FA62}" dt="2024-04-12T19:50:45.338" v="396" actId="47"/>
        <pc:sldMkLst>
          <pc:docMk/>
          <pc:sldMk cId="3715221520" sldId="396"/>
        </pc:sldMkLst>
      </pc:sldChg>
      <pc:sldChg chg="delSp modSp mod">
        <pc:chgData name="Pablo Esteban Gutiérrez-Fonseca (he/him)" userId="25bdc618-995f-415b-9b28-31563f05eb38" providerId="ADAL" clId="{A216CF9F-B214-4DDD-AEAB-462713E5FA62}" dt="2024-04-12T22:01:39.749" v="1330" actId="20577"/>
        <pc:sldMkLst>
          <pc:docMk/>
          <pc:sldMk cId="3620885315" sldId="397"/>
        </pc:sldMkLst>
      </pc:sldChg>
      <pc:sldChg chg="modSp">
        <pc:chgData name="Pablo Esteban Gutiérrez-Fonseca (he/him)" userId="25bdc618-995f-415b-9b28-31563f05eb38" providerId="ADAL" clId="{A216CF9F-B214-4DDD-AEAB-462713E5FA62}" dt="2024-04-12T17:13:07.724" v="131"/>
        <pc:sldMkLst>
          <pc:docMk/>
          <pc:sldMk cId="1019775392" sldId="398"/>
        </pc:sldMkLst>
      </pc:sldChg>
      <pc:sldChg chg="modSp">
        <pc:chgData name="Pablo Esteban Gutiérrez-Fonseca (he/him)" userId="25bdc618-995f-415b-9b28-31563f05eb38" providerId="ADAL" clId="{A216CF9F-B214-4DDD-AEAB-462713E5FA62}" dt="2024-04-12T17:13:07.724" v="131"/>
        <pc:sldMkLst>
          <pc:docMk/>
          <pc:sldMk cId="3435849168" sldId="399"/>
        </pc:sldMkLst>
      </pc:sldChg>
      <pc:sldChg chg="modSp">
        <pc:chgData name="Pablo Esteban Gutiérrez-Fonseca (he/him)" userId="25bdc618-995f-415b-9b28-31563f05eb38" providerId="ADAL" clId="{A216CF9F-B214-4DDD-AEAB-462713E5FA62}" dt="2024-04-12T17:13:07.724" v="131"/>
        <pc:sldMkLst>
          <pc:docMk/>
          <pc:sldMk cId="1954645191" sldId="400"/>
        </pc:sldMkLst>
      </pc:sldChg>
      <pc:sldChg chg="modSp">
        <pc:chgData name="Pablo Esteban Gutiérrez-Fonseca (he/him)" userId="25bdc618-995f-415b-9b28-31563f05eb38" providerId="ADAL" clId="{A216CF9F-B214-4DDD-AEAB-462713E5FA62}" dt="2024-04-12T17:13:07.724" v="131"/>
        <pc:sldMkLst>
          <pc:docMk/>
          <pc:sldMk cId="62821021" sldId="401"/>
        </pc:sldMkLst>
      </pc:sldChg>
      <pc:sldChg chg="modSp">
        <pc:chgData name="Pablo Esteban Gutiérrez-Fonseca (he/him)" userId="25bdc618-995f-415b-9b28-31563f05eb38" providerId="ADAL" clId="{A216CF9F-B214-4DDD-AEAB-462713E5FA62}" dt="2024-04-12T17:13:07.724" v="131"/>
        <pc:sldMkLst>
          <pc:docMk/>
          <pc:sldMk cId="4293749346" sldId="402"/>
        </pc:sldMkLst>
      </pc:sldChg>
      <pc:sldChg chg="modSp">
        <pc:chgData name="Pablo Esteban Gutiérrez-Fonseca (he/him)" userId="25bdc618-995f-415b-9b28-31563f05eb38" providerId="ADAL" clId="{A216CF9F-B214-4DDD-AEAB-462713E5FA62}" dt="2024-04-12T17:13:07.724" v="131"/>
        <pc:sldMkLst>
          <pc:docMk/>
          <pc:sldMk cId="1729056996" sldId="404"/>
        </pc:sldMkLst>
      </pc:sldChg>
      <pc:sldChg chg="modSp">
        <pc:chgData name="Pablo Esteban Gutiérrez-Fonseca (he/him)" userId="25bdc618-995f-415b-9b28-31563f05eb38" providerId="ADAL" clId="{A216CF9F-B214-4DDD-AEAB-462713E5FA62}" dt="2024-04-12T17:13:07.724" v="131"/>
        <pc:sldMkLst>
          <pc:docMk/>
          <pc:sldMk cId="1315469941" sldId="405"/>
        </pc:sldMkLst>
      </pc:sldChg>
      <pc:sldChg chg="modSp">
        <pc:chgData name="Pablo Esteban Gutiérrez-Fonseca (he/him)" userId="25bdc618-995f-415b-9b28-31563f05eb38" providerId="ADAL" clId="{A216CF9F-B214-4DDD-AEAB-462713E5FA62}" dt="2024-04-12T17:13:07.724" v="131"/>
        <pc:sldMkLst>
          <pc:docMk/>
          <pc:sldMk cId="2160933035" sldId="406"/>
        </pc:sldMkLst>
      </pc:sldChg>
      <pc:sldChg chg="modSp">
        <pc:chgData name="Pablo Esteban Gutiérrez-Fonseca (he/him)" userId="25bdc618-995f-415b-9b28-31563f05eb38" providerId="ADAL" clId="{A216CF9F-B214-4DDD-AEAB-462713E5FA62}" dt="2024-04-12T17:13:07.724" v="131"/>
        <pc:sldMkLst>
          <pc:docMk/>
          <pc:sldMk cId="829447738" sldId="407"/>
        </pc:sldMkLst>
      </pc:sldChg>
      <pc:sldChg chg="modSp">
        <pc:chgData name="Pablo Esteban Gutiérrez-Fonseca (he/him)" userId="25bdc618-995f-415b-9b28-31563f05eb38" providerId="ADAL" clId="{A216CF9F-B214-4DDD-AEAB-462713E5FA62}" dt="2024-04-12T17:13:07.724" v="131"/>
        <pc:sldMkLst>
          <pc:docMk/>
          <pc:sldMk cId="2503546648" sldId="408"/>
        </pc:sldMkLst>
      </pc:sldChg>
      <pc:sldChg chg="modSp">
        <pc:chgData name="Pablo Esteban Gutiérrez-Fonseca (he/him)" userId="25bdc618-995f-415b-9b28-31563f05eb38" providerId="ADAL" clId="{A216CF9F-B214-4DDD-AEAB-462713E5FA62}" dt="2024-04-12T17:13:07.724" v="131"/>
        <pc:sldMkLst>
          <pc:docMk/>
          <pc:sldMk cId="3810954347" sldId="409"/>
        </pc:sldMkLst>
      </pc:sldChg>
      <pc:sldChg chg="modSp">
        <pc:chgData name="Pablo Esteban Gutiérrez-Fonseca (he/him)" userId="25bdc618-995f-415b-9b28-31563f05eb38" providerId="ADAL" clId="{A216CF9F-B214-4DDD-AEAB-462713E5FA62}" dt="2024-04-12T17:13:07.724" v="131"/>
        <pc:sldMkLst>
          <pc:docMk/>
          <pc:sldMk cId="3064640488" sldId="410"/>
        </pc:sldMkLst>
      </pc:sldChg>
      <pc:sldChg chg="modSp">
        <pc:chgData name="Pablo Esteban Gutiérrez-Fonseca (he/him)" userId="25bdc618-995f-415b-9b28-31563f05eb38" providerId="ADAL" clId="{A216CF9F-B214-4DDD-AEAB-462713E5FA62}" dt="2024-04-12T17:13:07.724" v="131"/>
        <pc:sldMkLst>
          <pc:docMk/>
          <pc:sldMk cId="2587402738" sldId="411"/>
        </pc:sldMkLst>
      </pc:sldChg>
      <pc:sldChg chg="modSp">
        <pc:chgData name="Pablo Esteban Gutiérrez-Fonseca (he/him)" userId="25bdc618-995f-415b-9b28-31563f05eb38" providerId="ADAL" clId="{A216CF9F-B214-4DDD-AEAB-462713E5FA62}" dt="2024-04-12T17:13:07.724" v="131"/>
        <pc:sldMkLst>
          <pc:docMk/>
          <pc:sldMk cId="3822568281" sldId="414"/>
        </pc:sldMkLst>
      </pc:sldChg>
      <pc:sldChg chg="modSp">
        <pc:chgData name="Pablo Esteban Gutiérrez-Fonseca (he/him)" userId="25bdc618-995f-415b-9b28-31563f05eb38" providerId="ADAL" clId="{A216CF9F-B214-4DDD-AEAB-462713E5FA62}" dt="2024-04-12T17:13:07.724" v="131"/>
        <pc:sldMkLst>
          <pc:docMk/>
          <pc:sldMk cId="1092363910" sldId="415"/>
        </pc:sldMkLst>
      </pc:sldChg>
      <pc:sldChg chg="modSp">
        <pc:chgData name="Pablo Esteban Gutiérrez-Fonseca (he/him)" userId="25bdc618-995f-415b-9b28-31563f05eb38" providerId="ADAL" clId="{A216CF9F-B214-4DDD-AEAB-462713E5FA62}" dt="2024-04-12T17:13:07.724" v="131"/>
        <pc:sldMkLst>
          <pc:docMk/>
          <pc:sldMk cId="2954419310" sldId="416"/>
        </pc:sldMkLst>
      </pc:sldChg>
      <pc:sldChg chg="modSp">
        <pc:chgData name="Pablo Esteban Gutiérrez-Fonseca (he/him)" userId="25bdc618-995f-415b-9b28-31563f05eb38" providerId="ADAL" clId="{A216CF9F-B214-4DDD-AEAB-462713E5FA62}" dt="2024-04-12T17:13:07.724" v="131"/>
        <pc:sldMkLst>
          <pc:docMk/>
          <pc:sldMk cId="835148885" sldId="417"/>
        </pc:sldMkLst>
      </pc:sldChg>
      <pc:sldChg chg="modSp">
        <pc:chgData name="Pablo Esteban Gutiérrez-Fonseca (he/him)" userId="25bdc618-995f-415b-9b28-31563f05eb38" providerId="ADAL" clId="{A216CF9F-B214-4DDD-AEAB-462713E5FA62}" dt="2024-04-12T17:13:07.724" v="131"/>
        <pc:sldMkLst>
          <pc:docMk/>
          <pc:sldMk cId="465093453" sldId="418"/>
        </pc:sldMkLst>
      </pc:sldChg>
      <pc:sldChg chg="modSp">
        <pc:chgData name="Pablo Esteban Gutiérrez-Fonseca (he/him)" userId="25bdc618-995f-415b-9b28-31563f05eb38" providerId="ADAL" clId="{A216CF9F-B214-4DDD-AEAB-462713E5FA62}" dt="2024-04-12T17:13:07.724" v="131"/>
        <pc:sldMkLst>
          <pc:docMk/>
          <pc:sldMk cId="1718984951" sldId="421"/>
        </pc:sldMkLst>
      </pc:sldChg>
      <pc:sldChg chg="modSp">
        <pc:chgData name="Pablo Esteban Gutiérrez-Fonseca (he/him)" userId="25bdc618-995f-415b-9b28-31563f05eb38" providerId="ADAL" clId="{A216CF9F-B214-4DDD-AEAB-462713E5FA62}" dt="2024-04-12T17:13:07.724" v="131"/>
        <pc:sldMkLst>
          <pc:docMk/>
          <pc:sldMk cId="2046322138" sldId="422"/>
        </pc:sldMkLst>
      </pc:sldChg>
      <pc:sldChg chg="modSp">
        <pc:chgData name="Pablo Esteban Gutiérrez-Fonseca (he/him)" userId="25bdc618-995f-415b-9b28-31563f05eb38" providerId="ADAL" clId="{A216CF9F-B214-4DDD-AEAB-462713E5FA62}" dt="2024-04-12T17:13:07.724" v="131"/>
        <pc:sldMkLst>
          <pc:docMk/>
          <pc:sldMk cId="2227400068" sldId="423"/>
        </pc:sldMkLst>
      </pc:sldChg>
      <pc:sldChg chg="addSp modSp add mod modAnim chgLayout">
        <pc:chgData name="Pablo Esteban Gutiérrez-Fonseca (he/him)" userId="25bdc618-995f-415b-9b28-31563f05eb38" providerId="ADAL" clId="{A216CF9F-B214-4DDD-AEAB-462713E5FA62}" dt="2024-04-12T19:47:02.609" v="363" actId="14100"/>
        <pc:sldMkLst>
          <pc:docMk/>
          <pc:sldMk cId="1995688423" sldId="424"/>
        </pc:sldMkLst>
      </pc:sldChg>
      <pc:sldChg chg="addSp delSp modSp new mod modAnim modNotesTx">
        <pc:chgData name="Pablo Esteban Gutiérrez-Fonseca (he/him)" userId="25bdc618-995f-415b-9b28-31563f05eb38" providerId="ADAL" clId="{A216CF9F-B214-4DDD-AEAB-462713E5FA62}" dt="2024-04-12T21:05:06.518" v="1109" actId="404"/>
        <pc:sldMkLst>
          <pc:docMk/>
          <pc:sldMk cId="203113774" sldId="425"/>
        </pc:sldMkLst>
      </pc:sldChg>
      <pc:sldChg chg="addSp delSp modSp add mod modAnim modNotesTx">
        <pc:chgData name="Pablo Esteban Gutiérrez-Fonseca (he/him)" userId="25bdc618-995f-415b-9b28-31563f05eb38" providerId="ADAL" clId="{A216CF9F-B214-4DDD-AEAB-462713E5FA62}" dt="2024-04-12T20:32:52.375" v="913"/>
        <pc:sldMkLst>
          <pc:docMk/>
          <pc:sldMk cId="31230415" sldId="426"/>
        </pc:sldMkLst>
      </pc:sldChg>
      <pc:sldChg chg="addSp delSp modSp add mod modAnim chgLayout">
        <pc:chgData name="Pablo Esteban Gutiérrez-Fonseca (he/him)" userId="25bdc618-995f-415b-9b28-31563f05eb38" providerId="ADAL" clId="{A216CF9F-B214-4DDD-AEAB-462713E5FA62}" dt="2024-04-12T21:06:47.423" v="1125" actId="20577"/>
        <pc:sldMkLst>
          <pc:docMk/>
          <pc:sldMk cId="2475363981" sldId="427"/>
        </pc:sldMkLst>
      </pc:sldChg>
      <pc:sldChg chg="addSp delSp modSp add mod modAnim modNotesTx">
        <pc:chgData name="Pablo Esteban Gutiérrez-Fonseca (he/him)" userId="25bdc618-995f-415b-9b28-31563f05eb38" providerId="ADAL" clId="{A216CF9F-B214-4DDD-AEAB-462713E5FA62}" dt="2024-04-12T21:03:26.872" v="1106" actId="33524"/>
        <pc:sldMkLst>
          <pc:docMk/>
          <pc:sldMk cId="3836665297" sldId="428"/>
        </pc:sldMkLst>
      </pc:sldChg>
      <pc:sldChg chg="delSp modSp add mod modAnim modNotesTx">
        <pc:chgData name="Pablo Esteban Gutiérrez-Fonseca (he/him)" userId="25bdc618-995f-415b-9b28-31563f05eb38" providerId="ADAL" clId="{A216CF9F-B214-4DDD-AEAB-462713E5FA62}" dt="2024-04-12T20:41:37.834" v="931" actId="478"/>
        <pc:sldMkLst>
          <pc:docMk/>
          <pc:sldMk cId="3252124337" sldId="429"/>
        </pc:sldMkLst>
      </pc:sldChg>
      <pc:sldChg chg="modSp add modAnim">
        <pc:chgData name="Pablo Esteban Gutiérrez-Fonseca (he/him)" userId="25bdc618-995f-415b-9b28-31563f05eb38" providerId="ADAL" clId="{A216CF9F-B214-4DDD-AEAB-462713E5FA62}" dt="2024-04-12T21:07:34.831" v="1129" actId="207"/>
        <pc:sldMkLst>
          <pc:docMk/>
          <pc:sldMk cId="551786521" sldId="430"/>
        </pc:sldMkLst>
      </pc:sldChg>
      <pc:sldChg chg="addSp delSp modSp add mod modAnim chgLayout">
        <pc:chgData name="Pablo Esteban Gutiérrez-Fonseca (he/him)" userId="25bdc618-995f-415b-9b28-31563f05eb38" providerId="ADAL" clId="{A216CF9F-B214-4DDD-AEAB-462713E5FA62}" dt="2024-04-16T14:24:07.248" v="2085"/>
        <pc:sldMkLst>
          <pc:docMk/>
          <pc:sldMk cId="3987978959" sldId="431"/>
        </pc:sldMkLst>
      </pc:sldChg>
      <pc:sldChg chg="addSp delSp modSp add mod modAnim modNotesTx">
        <pc:chgData name="Pablo Esteban Gutiérrez-Fonseca (he/him)" userId="25bdc618-995f-415b-9b28-31563f05eb38" providerId="ADAL" clId="{A216CF9F-B214-4DDD-AEAB-462713E5FA62}" dt="2024-04-12T21:46:32.053" v="1305"/>
        <pc:sldMkLst>
          <pc:docMk/>
          <pc:sldMk cId="3767931339" sldId="432"/>
        </pc:sldMkLst>
      </pc:sldChg>
      <pc:sldChg chg="addSp delSp modSp add mod modAnim">
        <pc:chgData name="Pablo Esteban Gutiérrez-Fonseca (he/him)" userId="25bdc618-995f-415b-9b28-31563f05eb38" providerId="ADAL" clId="{A216CF9F-B214-4DDD-AEAB-462713E5FA62}" dt="2024-04-12T21:46:50.807" v="1309"/>
        <pc:sldMkLst>
          <pc:docMk/>
          <pc:sldMk cId="3779884305" sldId="433"/>
        </pc:sldMkLst>
      </pc:sldChg>
      <pc:sldChg chg="modSp add mod">
        <pc:chgData name="Pablo Esteban Gutiérrez-Fonseca (he/him)" userId="25bdc618-995f-415b-9b28-31563f05eb38" providerId="ADAL" clId="{A216CF9F-B214-4DDD-AEAB-462713E5FA62}" dt="2024-04-12T22:13:10.479" v="1378" actId="20577"/>
        <pc:sldMkLst>
          <pc:docMk/>
          <pc:sldMk cId="1966377490" sldId="434"/>
        </pc:sldMkLst>
      </pc:sldChg>
      <pc:sldChg chg="addSp delSp modSp add mod modNotesTx">
        <pc:chgData name="Pablo Esteban Gutiérrez-Fonseca (he/him)" userId="25bdc618-995f-415b-9b28-31563f05eb38" providerId="ADAL" clId="{A216CF9F-B214-4DDD-AEAB-462713E5FA62}" dt="2024-04-12T22:26:16.435" v="1413"/>
        <pc:sldMkLst>
          <pc:docMk/>
          <pc:sldMk cId="848024198" sldId="435"/>
        </pc:sldMkLst>
      </pc:sldChg>
      <pc:sldChg chg="addSp modSp mod modAnim">
        <pc:chgData name="Pablo Esteban Gutiérrez-Fonseca (he/him)" userId="25bdc618-995f-415b-9b28-31563f05eb38" providerId="ADAL" clId="{A216CF9F-B214-4DDD-AEAB-462713E5FA62}" dt="2024-04-17T14:28:53.561" v="2162"/>
        <pc:sldMkLst>
          <pc:docMk/>
          <pc:sldMk cId="3554232102" sldId="437"/>
        </pc:sldMkLst>
      </pc:sldChg>
      <pc:sldChg chg="modSp mod">
        <pc:chgData name="Pablo Esteban Gutiérrez-Fonseca (he/him)" userId="25bdc618-995f-415b-9b28-31563f05eb38" providerId="ADAL" clId="{A216CF9F-B214-4DDD-AEAB-462713E5FA62}" dt="2024-04-15T14:12:52.629" v="1422" actId="20577"/>
        <pc:sldMkLst>
          <pc:docMk/>
          <pc:sldMk cId="831549164" sldId="459"/>
        </pc:sldMkLst>
      </pc:sldChg>
      <pc:sldChg chg="addSp delSp modSp new mod modAnim">
        <pc:chgData name="Pablo Esteban Gutiérrez-Fonseca (he/him)" userId="25bdc618-995f-415b-9b28-31563f05eb38" providerId="ADAL" clId="{A216CF9F-B214-4DDD-AEAB-462713E5FA62}" dt="2024-04-15T21:44:02.286" v="1948" actId="313"/>
        <pc:sldMkLst>
          <pc:docMk/>
          <pc:sldMk cId="4283467524" sldId="462"/>
        </pc:sldMkLst>
      </pc:sldChg>
      <pc:sldChg chg="addSp delSp modSp add mod modClrScheme delAnim modAnim chgLayout">
        <pc:chgData name="Pablo Esteban Gutiérrez-Fonseca (he/him)" userId="25bdc618-995f-415b-9b28-31563f05eb38" providerId="ADAL" clId="{A216CF9F-B214-4DDD-AEAB-462713E5FA62}" dt="2024-04-15T21:43:59.630" v="1947" actId="313"/>
        <pc:sldMkLst>
          <pc:docMk/>
          <pc:sldMk cId="2865823119" sldId="463"/>
        </pc:sldMkLst>
      </pc:sldChg>
      <pc:sldChg chg="addSp delSp modSp add mod modClrScheme chgLayout">
        <pc:chgData name="Pablo Esteban Gutiérrez-Fonseca (he/him)" userId="25bdc618-995f-415b-9b28-31563f05eb38" providerId="ADAL" clId="{A216CF9F-B214-4DDD-AEAB-462713E5FA62}" dt="2024-04-15T21:43:57.236" v="1946" actId="313"/>
        <pc:sldMkLst>
          <pc:docMk/>
          <pc:sldMk cId="1105824289" sldId="464"/>
        </pc:sldMkLst>
      </pc:sldChg>
      <pc:sldChg chg="add del">
        <pc:chgData name="Pablo Esteban Gutiérrez-Fonseca (he/him)" userId="25bdc618-995f-415b-9b28-31563f05eb38" providerId="ADAL" clId="{A216CF9F-B214-4DDD-AEAB-462713E5FA62}" dt="2024-04-15T21:09:53.419" v="1598" actId="47"/>
        <pc:sldMkLst>
          <pc:docMk/>
          <pc:sldMk cId="3947933452" sldId="464"/>
        </pc:sldMkLst>
      </pc:sldChg>
      <pc:sldChg chg="addSp modSp add mod ord">
        <pc:chgData name="Pablo Esteban Gutiérrez-Fonseca (he/him)" userId="25bdc618-995f-415b-9b28-31563f05eb38" providerId="ADAL" clId="{A216CF9F-B214-4DDD-AEAB-462713E5FA62}" dt="2024-04-15T21:43:54.482" v="1945" actId="313"/>
        <pc:sldMkLst>
          <pc:docMk/>
          <pc:sldMk cId="3387775123" sldId="465"/>
        </pc:sldMkLst>
      </pc:sldChg>
      <pc:sldChg chg="addSp delSp modSp add mod">
        <pc:chgData name="Pablo Esteban Gutiérrez-Fonseca (he/him)" userId="25bdc618-995f-415b-9b28-31563f05eb38" providerId="ADAL" clId="{A216CF9F-B214-4DDD-AEAB-462713E5FA62}" dt="2024-04-15T21:43:49.896" v="1943" actId="313"/>
        <pc:sldMkLst>
          <pc:docMk/>
          <pc:sldMk cId="3963161799" sldId="466"/>
        </pc:sldMkLst>
      </pc:sldChg>
      <pc:sldChg chg="delSp modSp add mod ord">
        <pc:chgData name="Pablo Esteban Gutiérrez-Fonseca (he/him)" userId="25bdc618-995f-415b-9b28-31563f05eb38" providerId="ADAL" clId="{A216CF9F-B214-4DDD-AEAB-462713E5FA62}" dt="2024-04-15T21:43:52.249" v="1944" actId="313"/>
        <pc:sldMkLst>
          <pc:docMk/>
          <pc:sldMk cId="1477401131" sldId="467"/>
        </pc:sldMkLst>
      </pc:sldChg>
      <pc:sldChg chg="addSp delSp modSp add mod">
        <pc:chgData name="Pablo Esteban Gutiérrez-Fonseca (he/him)" userId="25bdc618-995f-415b-9b28-31563f05eb38" providerId="ADAL" clId="{A216CF9F-B214-4DDD-AEAB-462713E5FA62}" dt="2024-04-15T21:57:01.512" v="1982" actId="6549"/>
        <pc:sldMkLst>
          <pc:docMk/>
          <pc:sldMk cId="4086430647" sldId="468"/>
        </pc:sldMkLst>
      </pc:sldChg>
      <pc:sldChg chg="modSp add mod">
        <pc:chgData name="Pablo Esteban Gutiérrez-Fonseca (he/him)" userId="25bdc618-995f-415b-9b28-31563f05eb38" providerId="ADAL" clId="{A216CF9F-B214-4DDD-AEAB-462713E5FA62}" dt="2024-04-16T15:10:07.957" v="2110" actId="20577"/>
        <pc:sldMkLst>
          <pc:docMk/>
          <pc:sldMk cId="1646979674" sldId="469"/>
        </pc:sldMkLst>
      </pc:sldChg>
      <pc:sldChg chg="modSp add mod">
        <pc:chgData name="Pablo Esteban Gutiérrez-Fonseca (he/him)" userId="25bdc618-995f-415b-9b28-31563f05eb38" providerId="ADAL" clId="{A216CF9F-B214-4DDD-AEAB-462713E5FA62}" dt="2024-04-16T15:10:13.837" v="2111" actId="6549"/>
        <pc:sldMkLst>
          <pc:docMk/>
          <pc:sldMk cId="2399413619" sldId="470"/>
        </pc:sldMkLst>
      </pc:sldChg>
      <pc:sldChg chg="modSp add mod modAnim">
        <pc:chgData name="Pablo Esteban Gutiérrez-Fonseca (he/him)" userId="25bdc618-995f-415b-9b28-31563f05eb38" providerId="ADAL" clId="{A216CF9F-B214-4DDD-AEAB-462713E5FA62}" dt="2024-04-15T21:43:40.856" v="1939" actId="313"/>
        <pc:sldMkLst>
          <pc:docMk/>
          <pc:sldMk cId="3713444159" sldId="471"/>
        </pc:sldMkLst>
      </pc:sldChg>
      <pc:sldChg chg="addSp delSp modSp add mod modAnim modNotesTx">
        <pc:chgData name="Pablo Esteban Gutiérrez-Fonseca (he/him)" userId="25bdc618-995f-415b-9b28-31563f05eb38" providerId="ADAL" clId="{A216CF9F-B214-4DDD-AEAB-462713E5FA62}" dt="2024-04-16T15:09:15.952" v="2105"/>
        <pc:sldMkLst>
          <pc:docMk/>
          <pc:sldMk cId="2764097611" sldId="472"/>
        </pc:sldMkLst>
      </pc:sldChg>
      <pc:sldChg chg="addSp delSp modSp add del mod ord">
        <pc:chgData name="Pablo Esteban Gutiérrez-Fonseca (he/him)" userId="25bdc618-995f-415b-9b28-31563f05eb38" providerId="ADAL" clId="{A216CF9F-B214-4DDD-AEAB-462713E5FA62}" dt="2024-04-15T21:56:58.117" v="1981" actId="6549"/>
        <pc:sldMkLst>
          <pc:docMk/>
          <pc:sldMk cId="312242398" sldId="473"/>
        </pc:sldMkLst>
      </pc:sldChg>
      <pc:sldChg chg="add del">
        <pc:chgData name="Pablo Esteban Gutiérrez-Fonseca (he/him)" userId="25bdc618-995f-415b-9b28-31563f05eb38" providerId="ADAL" clId="{A216CF9F-B214-4DDD-AEAB-462713E5FA62}" dt="2024-04-15T21:51:38.966" v="1965"/>
        <pc:sldMkLst>
          <pc:docMk/>
          <pc:sldMk cId="935579666" sldId="474"/>
        </pc:sldMkLst>
      </pc:sldChg>
      <pc:sldChg chg="addSp delSp modSp add mod delAnim">
        <pc:chgData name="Pablo Esteban Gutiérrez-Fonseca (he/him)" userId="25bdc618-995f-415b-9b28-31563f05eb38" providerId="ADAL" clId="{A216CF9F-B214-4DDD-AEAB-462713E5FA62}" dt="2024-04-16T17:18:17.849" v="2147" actId="20577"/>
        <pc:sldMkLst>
          <pc:docMk/>
          <pc:sldMk cId="4187936776" sldId="474"/>
        </pc:sldMkLst>
      </pc:sldChg>
      <pc:sldChg chg="addSp modSp mod modAnim">
        <pc:chgData name="Pablo Esteban Gutiérrez-Fonseca (he/him)" userId="25bdc618-995f-415b-9b28-31563f05eb38" providerId="ADAL" clId="{A216CF9F-B214-4DDD-AEAB-462713E5FA62}" dt="2024-04-16T14:10:19.079" v="2053" actId="1076"/>
        <pc:sldMkLst>
          <pc:docMk/>
          <pc:sldMk cId="274915159" sldId="475"/>
        </pc:sldMkLst>
      </pc:sldChg>
      <pc:sldChg chg="addSp delSp modSp new del mod">
        <pc:chgData name="Pablo Esteban Gutiérrez-Fonseca (he/him)" userId="25bdc618-995f-415b-9b28-31563f05eb38" providerId="ADAL" clId="{A216CF9F-B214-4DDD-AEAB-462713E5FA62}" dt="2024-04-15T22:50:41.330" v="2014" actId="47"/>
        <pc:sldMkLst>
          <pc:docMk/>
          <pc:sldMk cId="3309286519" sldId="475"/>
        </pc:sldMkLst>
      </pc:sldChg>
      <pc:sldChg chg="add del">
        <pc:chgData name="Pablo Esteban Gutiérrez-Fonseca (he/him)" userId="25bdc618-995f-415b-9b28-31563f05eb38" providerId="ADAL" clId="{A216CF9F-B214-4DDD-AEAB-462713E5FA62}" dt="2024-04-15T22:03:12.819" v="1987"/>
        <pc:sldMkLst>
          <pc:docMk/>
          <pc:sldMk cId="3744911679" sldId="475"/>
        </pc:sldMkLst>
      </pc:sldChg>
      <pc:sldChg chg="addSp modSp new mod modAnim">
        <pc:chgData name="Pablo Esteban Gutiérrez-Fonseca (he/him)" userId="25bdc618-995f-415b-9b28-31563f05eb38" providerId="ADAL" clId="{A216CF9F-B214-4DDD-AEAB-462713E5FA62}" dt="2024-04-16T15:13:18.365" v="2114" actId="20577"/>
        <pc:sldMkLst>
          <pc:docMk/>
          <pc:sldMk cId="3298240729" sldId="477"/>
        </pc:sldMkLst>
      </pc:sldChg>
      <pc:sldChg chg="addSp delSp modSp add mod delAnim">
        <pc:chgData name="Pablo Esteban Gutiérrez-Fonseca (he/him)" userId="25bdc618-995f-415b-9b28-31563f05eb38" providerId="ADAL" clId="{A216CF9F-B214-4DDD-AEAB-462713E5FA62}" dt="2024-04-16T15:15:56.313" v="2116" actId="14100"/>
        <pc:sldMkLst>
          <pc:docMk/>
          <pc:sldMk cId="4068662439" sldId="478"/>
        </pc:sldMkLst>
      </pc:sldChg>
      <pc:sldChg chg="delSp add mod modAnim">
        <pc:chgData name="Pablo Esteban Gutiérrez-Fonseca (he/him)" userId="25bdc618-995f-415b-9b28-31563f05eb38" providerId="ADAL" clId="{A216CF9F-B214-4DDD-AEAB-462713E5FA62}" dt="2024-04-17T14:28:57.228" v="2163"/>
        <pc:sldMkLst>
          <pc:docMk/>
          <pc:sldMk cId="1947247746" sldId="479"/>
        </pc:sldMkLst>
      </pc:sldChg>
      <pc:sldMasterChg chg="modSp modSldLayout">
        <pc:chgData name="Pablo Esteban Gutiérrez-Fonseca (he/him)" userId="25bdc618-995f-415b-9b28-31563f05eb38" providerId="ADAL" clId="{A216CF9F-B214-4DDD-AEAB-462713E5FA62}" dt="2024-04-12T17:13:07.724" v="131"/>
        <pc:sldMasterMkLst>
          <pc:docMk/>
          <pc:sldMasterMk cId="411600063" sldId="2147483831"/>
        </pc:sldMasterMkLst>
        <pc:sldLayoutChg chg="modSp">
          <pc:chgData name="Pablo Esteban Gutiérrez-Fonseca (he/him)" userId="25bdc618-995f-415b-9b28-31563f05eb38" providerId="ADAL" clId="{A216CF9F-B214-4DDD-AEAB-462713E5FA62}" dt="2024-04-12T17:13:07.724" v="131"/>
          <pc:sldLayoutMkLst>
            <pc:docMk/>
            <pc:sldMasterMk cId="411600063" sldId="2147483831"/>
            <pc:sldLayoutMk cId="3402482749" sldId="2147483832"/>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3557268898" sldId="2147483834"/>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2464604320" sldId="2147483835"/>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3911995559" sldId="2147483836"/>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3447949809" sldId="2147483839"/>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112720356" sldId="2147483840"/>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2898900999" sldId="2147483841"/>
          </pc:sldLayoutMkLst>
        </pc:sldLayoutChg>
        <pc:sldLayoutChg chg="modSp">
          <pc:chgData name="Pablo Esteban Gutiérrez-Fonseca (he/him)" userId="25bdc618-995f-415b-9b28-31563f05eb38" providerId="ADAL" clId="{A216CF9F-B214-4DDD-AEAB-462713E5FA62}" dt="2024-04-12T17:13:07.724" v="131"/>
          <pc:sldLayoutMkLst>
            <pc:docMk/>
            <pc:sldMasterMk cId="411600063" sldId="2147483831"/>
            <pc:sldLayoutMk cId="3674322465" sldId="2147483842"/>
          </pc:sldLayoutMkLst>
        </pc:sldLayoutChg>
      </pc:sldMasterChg>
      <pc:sldMasterChg chg="modSp modSldLayout">
        <pc:chgData name="Pablo Esteban Gutiérrez-Fonseca (he/him)" userId="25bdc618-995f-415b-9b28-31563f05eb38" providerId="ADAL" clId="{A216CF9F-B214-4DDD-AEAB-462713E5FA62}" dt="2024-04-12T17:13:07.724" v="131"/>
        <pc:sldMasterMkLst>
          <pc:docMk/>
          <pc:sldMasterMk cId="521201965" sldId="2147483843"/>
        </pc:sldMasterMkLst>
        <pc:sldLayoutChg chg="modSp">
          <pc:chgData name="Pablo Esteban Gutiérrez-Fonseca (he/him)" userId="25bdc618-995f-415b-9b28-31563f05eb38" providerId="ADAL" clId="{A216CF9F-B214-4DDD-AEAB-462713E5FA62}" dt="2024-04-12T17:13:07.724" v="131"/>
          <pc:sldLayoutMkLst>
            <pc:docMk/>
            <pc:sldMasterMk cId="521201965" sldId="2147483843"/>
            <pc:sldLayoutMk cId="3628433943" sldId="2147483844"/>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1820652870" sldId="2147483846"/>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3671936173" sldId="2147483847"/>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3809691436" sldId="2147483848"/>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3699396383" sldId="2147483851"/>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3546085908" sldId="2147483852"/>
          </pc:sldLayoutMkLst>
        </pc:sldLayoutChg>
        <pc:sldLayoutChg chg="modSp">
          <pc:chgData name="Pablo Esteban Gutiérrez-Fonseca (he/him)" userId="25bdc618-995f-415b-9b28-31563f05eb38" providerId="ADAL" clId="{A216CF9F-B214-4DDD-AEAB-462713E5FA62}" dt="2024-04-12T17:13:07.724" v="131"/>
          <pc:sldLayoutMkLst>
            <pc:docMk/>
            <pc:sldMasterMk cId="521201965" sldId="2147483843"/>
            <pc:sldLayoutMk cId="1089379184" sldId="2147483854"/>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latin typeface="Arial" charset="0"/>
              </a:defRPr>
            </a:lvl1pPr>
          </a:lstStyle>
          <a:p>
            <a:pPr>
              <a:defRPr/>
            </a:pPr>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6661" tIns="48331" rIns="96661" bIns="48331" rtlCol="0"/>
          <a:lstStyle>
            <a:lvl1pPr algn="r">
              <a:defRPr sz="1300">
                <a:latin typeface="Arial" charset="0"/>
              </a:defRPr>
            </a:lvl1pPr>
          </a:lstStyle>
          <a:p>
            <a:pPr>
              <a:defRPr/>
            </a:pPr>
            <a:fld id="{5CBA5798-3420-4054-AD9C-ED4405FC355A}" type="datetimeFigureOut">
              <a:rPr lang="en-US"/>
              <a:pPr>
                <a:defRPr/>
              </a:pPr>
              <a:t>Wednesday, April 16, 2025</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6661" tIns="48331" rIns="96661" bIns="48331" rtlCol="0" anchor="b"/>
          <a:lstStyle>
            <a:lvl1pPr algn="l">
              <a:defRPr sz="1300">
                <a:latin typeface="Arial" charset="0"/>
              </a:defRPr>
            </a:lvl1pPr>
          </a:lstStyle>
          <a:p>
            <a:pPr>
              <a:defRPr/>
            </a:pPr>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fld id="{018F4DD2-7618-459C-9C12-50AB3DCEE27E}" type="slidenum">
              <a:rPr lang="en-US" altLang="en-US"/>
              <a:pPr/>
              <a:t>‹#›</a:t>
            </a:fld>
            <a:endParaRPr lang="en-US" altLang="en-US"/>
          </a:p>
        </p:txBody>
      </p:sp>
    </p:spTree>
    <p:extLst>
      <p:ext uri="{BB962C8B-B14F-4D97-AF65-F5344CB8AC3E}">
        <p14:creationId xmlns:p14="http://schemas.microsoft.com/office/powerpoint/2010/main" val="30758909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6661" tIns="48331" rIns="96661" bIns="48331" rtlCol="0"/>
          <a:lstStyle>
            <a:lvl1pPr algn="l">
              <a:defRPr sz="1300">
                <a:latin typeface="Arial" charset="0"/>
              </a:defRPr>
            </a:lvl1pPr>
          </a:lstStyle>
          <a:p>
            <a:pPr>
              <a:defRPr/>
            </a:pPr>
            <a:endParaRPr lang="en-US"/>
          </a:p>
        </p:txBody>
      </p:sp>
      <p:sp>
        <p:nvSpPr>
          <p:cNvPr id="3" name="Date Placeholder 2"/>
          <p:cNvSpPr>
            <a:spLocks noGrp="1"/>
          </p:cNvSpPr>
          <p:nvPr>
            <p:ph type="dt" idx="1"/>
          </p:nvPr>
        </p:nvSpPr>
        <p:spPr>
          <a:xfrm>
            <a:off x="4143375" y="0"/>
            <a:ext cx="3170238" cy="479425"/>
          </a:xfrm>
          <a:prstGeom prst="rect">
            <a:avLst/>
          </a:prstGeom>
        </p:spPr>
        <p:txBody>
          <a:bodyPr vert="horz" lIns="96661" tIns="48331" rIns="96661" bIns="48331" rtlCol="0"/>
          <a:lstStyle>
            <a:lvl1pPr algn="r">
              <a:defRPr sz="1300">
                <a:latin typeface="Arial" charset="0"/>
              </a:defRPr>
            </a:lvl1pPr>
          </a:lstStyle>
          <a:p>
            <a:pPr>
              <a:defRPr/>
            </a:pPr>
            <a:fld id="{43460E69-780E-4C43-8054-7C3AD35661A8}" type="datetimeFigureOut">
              <a:rPr lang="en-US"/>
              <a:pPr>
                <a:defRPr/>
              </a:pPr>
              <a:t>Wednesday, April 16, 2025</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lIns="96661" tIns="48331" rIns="96661" bIns="48331" rtlCol="0" anchor="b"/>
          <a:lstStyle>
            <a:lvl1pPr algn="l">
              <a:defRPr sz="1300">
                <a:latin typeface="Arial" charset="0"/>
              </a:defRPr>
            </a:lvl1pPr>
          </a:lstStyle>
          <a:p>
            <a:pPr>
              <a:defRPr/>
            </a:pPr>
            <a:endParaRPr lang="en-US"/>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6661" tIns="48331" rIns="96661" bIns="48331" numCol="1" anchor="b" anchorCtr="0" compatLnSpc="1">
            <a:prstTxWarp prst="textNoShape">
              <a:avLst/>
            </a:prstTxWarp>
          </a:bodyPr>
          <a:lstStyle>
            <a:lvl1pPr algn="r">
              <a:defRPr sz="1300"/>
            </a:lvl1pPr>
          </a:lstStyle>
          <a:p>
            <a:fld id="{919B5720-0916-4149-B099-8C7E64B2F9B3}" type="slidenum">
              <a:rPr lang="en-US" altLang="en-US"/>
              <a:pPr/>
              <a:t>‹#›</a:t>
            </a:fld>
            <a:endParaRPr lang="en-US" altLang="en-US"/>
          </a:p>
        </p:txBody>
      </p:sp>
    </p:spTree>
    <p:extLst>
      <p:ext uri="{BB962C8B-B14F-4D97-AF65-F5344CB8AC3E}">
        <p14:creationId xmlns:p14="http://schemas.microsoft.com/office/powerpoint/2010/main" val="198724195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https://www.investopedia.com/terms/m/mlr.asp</a:t>
            </a:r>
          </a:p>
        </p:txBody>
      </p:sp>
      <p:sp>
        <p:nvSpPr>
          <p:cNvPr id="4" name="Slide Number Placeholder 3"/>
          <p:cNvSpPr>
            <a:spLocks noGrp="1"/>
          </p:cNvSpPr>
          <p:nvPr>
            <p:ph type="sldNum" sz="quarter" idx="5"/>
          </p:nvPr>
        </p:nvSpPr>
        <p:spPr/>
        <p:txBody>
          <a:bodyPr/>
          <a:lstStyle/>
          <a:p>
            <a:fld id="{919B5720-0916-4149-B099-8C7E64B2F9B3}" type="slidenum">
              <a:rPr lang="en-US" altLang="en-US" smtClean="0"/>
              <a:pPr/>
              <a:t>3</a:t>
            </a:fld>
            <a:endParaRPr lang="en-US" altLang="en-US"/>
          </a:p>
        </p:txBody>
      </p:sp>
    </p:spTree>
    <p:extLst>
      <p:ext uri="{BB962C8B-B14F-4D97-AF65-F5344CB8AC3E}">
        <p14:creationId xmlns:p14="http://schemas.microsoft.com/office/powerpoint/2010/main" val="2454366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https://www.investopedia.com/terms/m/mlr.asp</a:t>
            </a:r>
          </a:p>
        </p:txBody>
      </p:sp>
      <p:sp>
        <p:nvSpPr>
          <p:cNvPr id="4" name="Slide Number Placeholder 3"/>
          <p:cNvSpPr>
            <a:spLocks noGrp="1"/>
          </p:cNvSpPr>
          <p:nvPr>
            <p:ph type="sldNum" sz="quarter" idx="5"/>
          </p:nvPr>
        </p:nvSpPr>
        <p:spPr/>
        <p:txBody>
          <a:bodyPr/>
          <a:lstStyle/>
          <a:p>
            <a:fld id="{919B5720-0916-4149-B099-8C7E64B2F9B3}" type="slidenum">
              <a:rPr lang="en-US" altLang="en-US" smtClean="0"/>
              <a:pPr/>
              <a:t>6</a:t>
            </a:fld>
            <a:endParaRPr lang="en-US" altLang="en-US"/>
          </a:p>
        </p:txBody>
      </p:sp>
    </p:spTree>
    <p:extLst>
      <p:ext uri="{BB962C8B-B14F-4D97-AF65-F5344CB8AC3E}">
        <p14:creationId xmlns:p14="http://schemas.microsoft.com/office/powerpoint/2010/main" val="320924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EA0390ED-D676-46CB-B86F-724CCB0B89C2}" type="slidenum">
              <a:rPr lang="en-US" altLang="en-US" smtClean="0"/>
              <a:pPr/>
              <a:t>‹#›</a:t>
            </a:fld>
            <a:endParaRPr lang="en-US" altLang="en-US"/>
          </a:p>
        </p:txBody>
      </p:sp>
    </p:spTree>
    <p:extLst>
      <p:ext uri="{BB962C8B-B14F-4D97-AF65-F5344CB8AC3E}">
        <p14:creationId xmlns:p14="http://schemas.microsoft.com/office/powerpoint/2010/main" val="2406475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5C73836-2BD7-47BC-8D0E-D4727C89C7D2}" type="slidenum">
              <a:rPr lang="en-US" altLang="en-US" smtClean="0"/>
              <a:pPr/>
              <a:t>‹#›</a:t>
            </a:fld>
            <a:endParaRPr lang="en-US" altLang="en-US"/>
          </a:p>
        </p:txBody>
      </p:sp>
    </p:spTree>
    <p:extLst>
      <p:ext uri="{BB962C8B-B14F-4D97-AF65-F5344CB8AC3E}">
        <p14:creationId xmlns:p14="http://schemas.microsoft.com/office/powerpoint/2010/main" val="314595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9A01BDA-3FC3-446C-8A2A-D883B5847DD7}" type="slidenum">
              <a:rPr lang="en-US" altLang="en-US" smtClean="0"/>
              <a:pPr/>
              <a:t>‹#›</a:t>
            </a:fld>
            <a:endParaRPr lang="en-US" altLang="en-US"/>
          </a:p>
        </p:txBody>
      </p:sp>
    </p:spTree>
    <p:extLst>
      <p:ext uri="{BB962C8B-B14F-4D97-AF65-F5344CB8AC3E}">
        <p14:creationId xmlns:p14="http://schemas.microsoft.com/office/powerpoint/2010/main" val="3758549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FA3BF1C-4577-436A-A1AE-0372215F928C}" type="slidenum">
              <a:rPr lang="en-US" altLang="en-US" smtClean="0"/>
              <a:pPr/>
              <a:t>‹#›</a:t>
            </a:fld>
            <a:endParaRPr lang="en-US" altLang="en-US"/>
          </a:p>
        </p:txBody>
      </p:sp>
    </p:spTree>
    <p:extLst>
      <p:ext uri="{BB962C8B-B14F-4D97-AF65-F5344CB8AC3E}">
        <p14:creationId xmlns:p14="http://schemas.microsoft.com/office/powerpoint/2010/main" val="533756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EE9D61CF-23D3-484E-844D-DA84CE22A25F}" type="slidenum">
              <a:rPr lang="en-US" altLang="en-US" smtClean="0"/>
              <a:pPr/>
              <a:t>‹#›</a:t>
            </a:fld>
            <a:endParaRPr lang="en-US" altLang="en-US"/>
          </a:p>
        </p:txBody>
      </p:sp>
    </p:spTree>
    <p:extLst>
      <p:ext uri="{BB962C8B-B14F-4D97-AF65-F5344CB8AC3E}">
        <p14:creationId xmlns:p14="http://schemas.microsoft.com/office/powerpoint/2010/main" val="14660122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DD61D107-2E2D-418E-85E2-F8E9E34C3CAE}" type="slidenum">
              <a:rPr lang="en-US" altLang="en-US" smtClean="0"/>
              <a:pPr/>
              <a:t>‹#›</a:t>
            </a:fld>
            <a:endParaRPr lang="en-US" altLang="en-US"/>
          </a:p>
        </p:txBody>
      </p:sp>
    </p:spTree>
    <p:extLst>
      <p:ext uri="{BB962C8B-B14F-4D97-AF65-F5344CB8AC3E}">
        <p14:creationId xmlns:p14="http://schemas.microsoft.com/office/powerpoint/2010/main" val="161824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F392B05E-B8BF-46CB-846E-13873FF43145}" type="slidenum">
              <a:rPr lang="en-US" altLang="en-US" smtClean="0"/>
              <a:pPr/>
              <a:t>‹#›</a:t>
            </a:fld>
            <a:endParaRPr lang="en-US" altLang="en-US"/>
          </a:p>
        </p:txBody>
      </p:sp>
    </p:spTree>
    <p:extLst>
      <p:ext uri="{BB962C8B-B14F-4D97-AF65-F5344CB8AC3E}">
        <p14:creationId xmlns:p14="http://schemas.microsoft.com/office/powerpoint/2010/main" val="500764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30AAB6D0-ADC5-4E78-B783-27773BAF63E4}" type="slidenum">
              <a:rPr lang="en-US" altLang="en-US" smtClean="0"/>
              <a:pPr/>
              <a:t>‹#›</a:t>
            </a:fld>
            <a:endParaRPr lang="en-US" altLang="en-US"/>
          </a:p>
        </p:txBody>
      </p:sp>
    </p:spTree>
    <p:extLst>
      <p:ext uri="{BB962C8B-B14F-4D97-AF65-F5344CB8AC3E}">
        <p14:creationId xmlns:p14="http://schemas.microsoft.com/office/powerpoint/2010/main" val="2807101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26D3532E-C491-4738-952D-3B0B2CE7EC18}" type="slidenum">
              <a:rPr lang="en-US" altLang="en-US" smtClean="0"/>
              <a:pPr/>
              <a:t>‹#›</a:t>
            </a:fld>
            <a:endParaRPr lang="en-US" altLang="en-US"/>
          </a:p>
        </p:txBody>
      </p:sp>
    </p:spTree>
    <p:extLst>
      <p:ext uri="{BB962C8B-B14F-4D97-AF65-F5344CB8AC3E}">
        <p14:creationId xmlns:p14="http://schemas.microsoft.com/office/powerpoint/2010/main" val="2389735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58308B63-4937-4BA7-9690-688EEA198863}" type="slidenum">
              <a:rPr lang="en-US" altLang="en-US" smtClean="0"/>
              <a:pPr/>
              <a:t>‹#›</a:t>
            </a:fld>
            <a:endParaRPr lang="en-US" altLang="en-US"/>
          </a:p>
        </p:txBody>
      </p:sp>
    </p:spTree>
    <p:extLst>
      <p:ext uri="{BB962C8B-B14F-4D97-AF65-F5344CB8AC3E}">
        <p14:creationId xmlns:p14="http://schemas.microsoft.com/office/powerpoint/2010/main" val="4033177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B826199F-651E-4407-87F4-8DA2696A9347}" type="slidenum">
              <a:rPr lang="en-US" altLang="en-US" smtClean="0"/>
              <a:pPr/>
              <a:t>‹#›</a:t>
            </a:fld>
            <a:endParaRPr lang="en-US" altLang="en-US"/>
          </a:p>
        </p:txBody>
      </p:sp>
    </p:spTree>
    <p:extLst>
      <p:ext uri="{BB962C8B-B14F-4D97-AF65-F5344CB8AC3E}">
        <p14:creationId xmlns:p14="http://schemas.microsoft.com/office/powerpoint/2010/main" val="40420184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pPr defTabSz="342900" fontAlgn="auto">
              <a:spcBef>
                <a:spcPts val="0"/>
              </a:spcBef>
              <a:spcAft>
                <a:spcPts val="0"/>
              </a:spcAft>
            </a:pPr>
            <a:fld id="{87DE6118-2437-4B30-8E3C-4D2BE6020583}" type="datetimeFigureOut">
              <a:rPr lang="en-US" smtClean="0">
                <a:solidFill>
                  <a:srgbClr val="191B0E"/>
                </a:solidFill>
                <a:latin typeface="Franklin Gothic Book" panose="020B0503020102020204"/>
              </a:rPr>
              <a:pPr defTabSz="342900" fontAlgn="auto">
                <a:spcBef>
                  <a:spcPts val="0"/>
                </a:spcBef>
                <a:spcAft>
                  <a:spcPts val="0"/>
                </a:spcAft>
              </a:pPr>
              <a:t>Wednesday, April 16, 2025</a:t>
            </a:fld>
            <a:endParaRPr lang="en-US" dirty="0">
              <a:solidFill>
                <a:srgbClr val="191B0E"/>
              </a:solidFill>
              <a:latin typeface="Franklin Gothic Book" panose="020B0503020102020204"/>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defTabSz="342900" fontAlgn="auto">
              <a:spcBef>
                <a:spcPts val="0"/>
              </a:spcBef>
              <a:spcAft>
                <a:spcPts val="0"/>
              </a:spcAft>
            </a:pPr>
            <a:endParaRPr lang="en-US" dirty="0">
              <a:solidFill>
                <a:srgbClr val="191B0E"/>
              </a:solidFill>
              <a:latin typeface="Franklin Gothic Book" panose="020B0503020102020204"/>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defTabSz="342900" fontAlgn="auto">
              <a:spcBef>
                <a:spcPts val="0"/>
              </a:spcBef>
              <a:spcAft>
                <a:spcPts val="0"/>
              </a:spcAft>
            </a:pPr>
            <a:fld id="{69E57DC2-970A-4B3E-BB1C-7A09969E49DF}" type="slidenum">
              <a:rPr lang="en-US" smtClean="0">
                <a:solidFill>
                  <a:srgbClr val="191B0E"/>
                </a:solidFill>
                <a:latin typeface="Franklin Gothic Book" panose="020B0503020102020204"/>
              </a:rPr>
              <a:pPr defTabSz="342900" fontAlgn="auto">
                <a:spcBef>
                  <a:spcPts val="0"/>
                </a:spcBef>
                <a:spcAft>
                  <a:spcPts val="0"/>
                </a:spcAft>
              </a:pPr>
              <a:t>‹#›</a:t>
            </a:fld>
            <a:endParaRPr lang="en-US" dirty="0">
              <a:solidFill>
                <a:srgbClr val="191B0E"/>
              </a:solidFill>
              <a:latin typeface="Franklin Gothic Book" panose="020B0503020102020204"/>
            </a:endParaRPr>
          </a:p>
        </p:txBody>
      </p:sp>
    </p:spTree>
    <p:extLst>
      <p:ext uri="{BB962C8B-B14F-4D97-AF65-F5344CB8AC3E}">
        <p14:creationId xmlns:p14="http://schemas.microsoft.com/office/powerpoint/2010/main" val="115817625"/>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scribbr.com/methodology/independent-and-dependent-variables/#independen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scribbr.com/methodology/sampling-method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investopedia.com/terms/l/linearrelationship.as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www.investopedia.com/terms/v/variance.asp" TargetMode="External"/><Relationship Id="rId5" Type="http://schemas.openxmlformats.org/officeDocument/2006/relationships/hyperlink" Target="https://www.investopedia.com/terms/n/normaldistribution.asp" TargetMode="External"/><Relationship Id="rId4" Type="http://schemas.openxmlformats.org/officeDocument/2006/relationships/hyperlink" Target="https://www.investopedia.com/terms/c/correlation.asp"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nchor="ctr"/>
          <a:lstStyle/>
          <a:p>
            <a:r>
              <a:rPr lang="en-US" altLang="en-US" sz="3600" dirty="0">
                <a:solidFill>
                  <a:srgbClr val="0070C0"/>
                </a:solidFill>
                <a:latin typeface="Times New Roman" panose="02020603050405020304" pitchFamily="18" charset="0"/>
                <a:cs typeface="Times New Roman" panose="02020603050405020304" pitchFamily="18" charset="0"/>
              </a:rPr>
              <a:t>Modeling Using </a:t>
            </a:r>
            <a:br>
              <a:rPr lang="en-US" altLang="en-US" sz="3600" dirty="0">
                <a:solidFill>
                  <a:srgbClr val="0070C0"/>
                </a:solidFill>
                <a:latin typeface="Times New Roman" panose="02020603050405020304" pitchFamily="18" charset="0"/>
                <a:cs typeface="Times New Roman" panose="02020603050405020304" pitchFamily="18" charset="0"/>
              </a:rPr>
            </a:br>
            <a:r>
              <a:rPr lang="en-US" altLang="en-US" sz="3600" dirty="0">
                <a:solidFill>
                  <a:srgbClr val="0070C0"/>
                </a:solidFill>
                <a:latin typeface="Times New Roman" panose="02020603050405020304" pitchFamily="18" charset="0"/>
                <a:cs typeface="Times New Roman" panose="02020603050405020304" pitchFamily="18" charset="0"/>
              </a:rPr>
              <a:t>Linear Regressions</a:t>
            </a:r>
            <a:endParaRPr lang="en-US" altLang="en-US" sz="4400" dirty="0"/>
          </a:p>
        </p:txBody>
      </p:sp>
      <p:sp>
        <p:nvSpPr>
          <p:cNvPr id="2" name="Subtitle 1">
            <a:extLst>
              <a:ext uri="{FF2B5EF4-FFF2-40B4-BE49-F238E27FC236}">
                <a16:creationId xmlns:a16="http://schemas.microsoft.com/office/drawing/2014/main" id="{D1BF826D-F84D-7270-114C-BA89D26CEEAD}"/>
              </a:ext>
            </a:extLst>
          </p:cNvPr>
          <p:cNvSpPr>
            <a:spLocks noGrp="1"/>
          </p:cNvSpPr>
          <p:nvPr>
            <p:ph type="subTitle" idx="1"/>
          </p:nvPr>
        </p:nvSpPr>
        <p:spPr/>
        <p:txBody>
          <a:bodyPr/>
          <a:lstStyle/>
          <a:p>
            <a:endParaRPr lang="en-US" dirty="0"/>
          </a:p>
        </p:txBody>
      </p:sp>
      <p:pic>
        <p:nvPicPr>
          <p:cNvPr id="3" name="Picture 2">
            <a:extLst>
              <a:ext uri="{FF2B5EF4-FFF2-40B4-BE49-F238E27FC236}">
                <a16:creationId xmlns:a16="http://schemas.microsoft.com/office/drawing/2014/main" id="{6F3B4B51-2AEB-00CE-2855-DAEAA52E7C41}"/>
              </a:ext>
            </a:extLst>
          </p:cNvPr>
          <p:cNvPicPr>
            <a:picLocks noChangeAspect="1"/>
          </p:cNvPicPr>
          <p:nvPr/>
        </p:nvPicPr>
        <p:blipFill>
          <a:blip r:embed="rId2"/>
          <a:stretch>
            <a:fillRect/>
          </a:stretch>
        </p:blipFill>
        <p:spPr>
          <a:xfrm>
            <a:off x="4876800" y="3657600"/>
            <a:ext cx="2438400" cy="2438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p>
            <a:r>
              <a:rPr lang="en-US" sz="3600" dirty="0">
                <a:solidFill>
                  <a:srgbClr val="0070C0"/>
                </a:solidFill>
                <a:latin typeface="Times New Roman" panose="02020603050405020304" pitchFamily="18" charset="0"/>
                <a:cs typeface="Times New Roman" panose="02020603050405020304" pitchFamily="18" charset="0"/>
              </a:rPr>
              <a:t>When would you use a linear regression?</a:t>
            </a:r>
          </a:p>
        </p:txBody>
      </p:sp>
      <p:grpSp>
        <p:nvGrpSpPr>
          <p:cNvPr id="58" name="Group 57">
            <a:extLst>
              <a:ext uri="{FF2B5EF4-FFF2-40B4-BE49-F238E27FC236}">
                <a16:creationId xmlns:a16="http://schemas.microsoft.com/office/drawing/2014/main" id="{4C889A6E-85BE-08A7-A913-11176C87D9F7}"/>
              </a:ext>
            </a:extLst>
          </p:cNvPr>
          <p:cNvGrpSpPr/>
          <p:nvPr/>
        </p:nvGrpSpPr>
        <p:grpSpPr>
          <a:xfrm>
            <a:off x="4000973" y="1295400"/>
            <a:ext cx="5077031" cy="548671"/>
            <a:chOff x="2362200" y="1850260"/>
            <a:chExt cx="4205043" cy="548671"/>
          </a:xfrm>
        </p:grpSpPr>
        <p:sp>
          <p:nvSpPr>
            <p:cNvPr id="59" name="TextBox 58">
              <a:extLst>
                <a:ext uri="{FF2B5EF4-FFF2-40B4-BE49-F238E27FC236}">
                  <a16:creationId xmlns:a16="http://schemas.microsoft.com/office/drawing/2014/main" id="{F0DCDE7C-545D-4875-17A7-B105E9DD6C51}"/>
                </a:ext>
              </a:extLst>
            </p:cNvPr>
            <p:cNvSpPr txBox="1"/>
            <p:nvPr/>
          </p:nvSpPr>
          <p:spPr>
            <a:xfrm>
              <a:off x="4250300" y="1850260"/>
              <a:ext cx="1391520"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Type of Response Data</a:t>
              </a:r>
            </a:p>
          </p:txBody>
        </p:sp>
        <p:sp>
          <p:nvSpPr>
            <p:cNvPr id="60" name="TextBox 59">
              <a:extLst>
                <a:ext uri="{FF2B5EF4-FFF2-40B4-BE49-F238E27FC236}">
                  <a16:creationId xmlns:a16="http://schemas.microsoft.com/office/drawing/2014/main" id="{D02DD9D7-3B17-FAE8-C2C9-999813E8A6A3}"/>
                </a:ext>
              </a:extLst>
            </p:cNvPr>
            <p:cNvSpPr txBox="1"/>
            <p:nvPr/>
          </p:nvSpPr>
          <p:spPr>
            <a:xfrm>
              <a:off x="2362200" y="2121932"/>
              <a:ext cx="4205043" cy="276999"/>
            </a:xfrm>
            <a:prstGeom prst="rect">
              <a:avLst/>
            </a:prstGeom>
            <a:noFill/>
            <a:ln>
              <a:solidFill>
                <a:schemeClr val="accent5">
                  <a:lumMod val="75000"/>
                </a:schemeClr>
              </a:solidFill>
            </a:ln>
          </p:spPr>
          <p:txBody>
            <a:bodyPr wrap="none" rtlCol="0">
              <a:spAutoFit/>
            </a:bodyPr>
            <a:lstStyle/>
            <a:p>
              <a:r>
                <a:rPr lang="en-US" sz="1200" i="1" dirty="0">
                  <a:latin typeface="Times New Roman" panose="02020603050405020304" pitchFamily="18" charset="0"/>
                  <a:cs typeface="Times New Roman" panose="02020603050405020304" pitchFamily="18" charset="0"/>
                </a:rPr>
                <a:t>Continuous                                        Counts (Frequency) 	            Categorical</a:t>
              </a:r>
            </a:p>
          </p:txBody>
        </p:sp>
      </p:grpSp>
      <p:grpSp>
        <p:nvGrpSpPr>
          <p:cNvPr id="61" name="Group 60">
            <a:extLst>
              <a:ext uri="{FF2B5EF4-FFF2-40B4-BE49-F238E27FC236}">
                <a16:creationId xmlns:a16="http://schemas.microsoft.com/office/drawing/2014/main" id="{5E0A20F2-7602-A534-8E15-0C8F46A70BBD}"/>
              </a:ext>
            </a:extLst>
          </p:cNvPr>
          <p:cNvGrpSpPr/>
          <p:nvPr/>
        </p:nvGrpSpPr>
        <p:grpSpPr>
          <a:xfrm>
            <a:off x="2686675" y="2059890"/>
            <a:ext cx="5992349" cy="514020"/>
            <a:chOff x="238634" y="2627543"/>
            <a:chExt cx="4586708" cy="514020"/>
          </a:xfrm>
        </p:grpSpPr>
        <p:sp>
          <p:nvSpPr>
            <p:cNvPr id="62" name="TextBox 61">
              <a:extLst>
                <a:ext uri="{FF2B5EF4-FFF2-40B4-BE49-F238E27FC236}">
                  <a16:creationId xmlns:a16="http://schemas.microsoft.com/office/drawing/2014/main" id="{33DE5793-092C-49C0-CC7C-0DFCE61CB395}"/>
                </a:ext>
              </a:extLst>
            </p:cNvPr>
            <p:cNvSpPr txBox="1"/>
            <p:nvPr/>
          </p:nvSpPr>
          <p:spPr>
            <a:xfrm>
              <a:off x="1048786" y="2627543"/>
              <a:ext cx="1085241" cy="276999"/>
            </a:xfrm>
            <a:prstGeom prst="rect">
              <a:avLst/>
            </a:prstGeom>
            <a:noFill/>
          </p:spPr>
          <p:txBody>
            <a:bodyPr wrap="none" rtlCol="0">
              <a:spAutoFit/>
            </a:bodyPr>
            <a:lstStyle/>
            <a:p>
              <a:r>
                <a:rPr lang="en-US" sz="1200" b="1" dirty="0">
                  <a:latin typeface="Times New Roman" panose="02020603050405020304" pitchFamily="18" charset="0"/>
                  <a:cs typeface="Times New Roman" panose="02020603050405020304" pitchFamily="18" charset="0"/>
                </a:rPr>
                <a:t>Research Question</a:t>
              </a:r>
            </a:p>
          </p:txBody>
        </p:sp>
        <p:sp>
          <p:nvSpPr>
            <p:cNvPr id="63" name="TextBox 62">
              <a:extLst>
                <a:ext uri="{FF2B5EF4-FFF2-40B4-BE49-F238E27FC236}">
                  <a16:creationId xmlns:a16="http://schemas.microsoft.com/office/drawing/2014/main" id="{49196537-8372-5A0F-AB0E-57DFDBAB2E57}"/>
                </a:ext>
              </a:extLst>
            </p:cNvPr>
            <p:cNvSpPr txBox="1"/>
            <p:nvPr/>
          </p:nvSpPr>
          <p:spPr>
            <a:xfrm>
              <a:off x="238634" y="2864564"/>
              <a:ext cx="4586708" cy="276999"/>
            </a:xfrm>
            <a:prstGeom prst="rect">
              <a:avLst/>
            </a:prstGeom>
            <a:noFill/>
            <a:ln>
              <a:solidFill>
                <a:schemeClr val="accent5">
                  <a:lumMod val="75000"/>
                </a:schemeClr>
              </a:solidFill>
            </a:ln>
          </p:spPr>
          <p:txBody>
            <a:bodyPr wrap="square" rtlCol="0">
              <a:spAutoFit/>
            </a:bodyPr>
            <a:lstStyle/>
            <a:p>
              <a:r>
                <a:rPr lang="en-US" sz="1200" i="1" dirty="0">
                  <a:latin typeface="Times New Roman" panose="02020603050405020304" pitchFamily="18" charset="0"/>
                  <a:cs typeface="Times New Roman" panose="02020603050405020304" pitchFamily="18" charset="0"/>
                </a:rPr>
                <a:t>Difference                                        Relationships            	                                    Predictions</a:t>
              </a:r>
            </a:p>
          </p:txBody>
        </p:sp>
      </p:grpSp>
      <p:grpSp>
        <p:nvGrpSpPr>
          <p:cNvPr id="64" name="Group 63">
            <a:extLst>
              <a:ext uri="{FF2B5EF4-FFF2-40B4-BE49-F238E27FC236}">
                <a16:creationId xmlns:a16="http://schemas.microsoft.com/office/drawing/2014/main" id="{C4627CC5-8F79-8E28-CABE-9495347A0198}"/>
              </a:ext>
            </a:extLst>
          </p:cNvPr>
          <p:cNvGrpSpPr/>
          <p:nvPr/>
        </p:nvGrpSpPr>
        <p:grpSpPr>
          <a:xfrm>
            <a:off x="1363824" y="3609201"/>
            <a:ext cx="3244414" cy="518743"/>
            <a:chOff x="1955074" y="3634272"/>
            <a:chExt cx="3244414" cy="518743"/>
          </a:xfrm>
        </p:grpSpPr>
        <p:sp>
          <p:nvSpPr>
            <p:cNvPr id="65" name="TextBox 64">
              <a:extLst>
                <a:ext uri="{FF2B5EF4-FFF2-40B4-BE49-F238E27FC236}">
                  <a16:creationId xmlns:a16="http://schemas.microsoft.com/office/drawing/2014/main" id="{0421ACB3-A10C-FC4A-5D0F-F645AD5B8473}"/>
                </a:ext>
              </a:extLst>
            </p:cNvPr>
            <p:cNvSpPr txBox="1"/>
            <p:nvPr/>
          </p:nvSpPr>
          <p:spPr>
            <a:xfrm>
              <a:off x="2279284" y="3634272"/>
              <a:ext cx="2298321" cy="276999"/>
            </a:xfrm>
            <a:prstGeom prst="rect">
              <a:avLst/>
            </a:prstGeom>
            <a:noFill/>
            <a:ln>
              <a:noFill/>
            </a:ln>
          </p:spPr>
          <p:txBody>
            <a:bodyPr wrap="none" rtlCol="0">
              <a:spAutoFit/>
            </a:bodyPr>
            <a:lstStyle/>
            <a:p>
              <a:r>
                <a:rPr lang="en-US" sz="1200" b="1" dirty="0">
                  <a:latin typeface="Times New Roman" panose="02020603050405020304" pitchFamily="18" charset="0"/>
                  <a:cs typeface="Times New Roman" panose="02020603050405020304" pitchFamily="18" charset="0"/>
                </a:rPr>
                <a:t># Samples (Groups) to Compare</a:t>
              </a:r>
            </a:p>
          </p:txBody>
        </p:sp>
        <p:sp>
          <p:nvSpPr>
            <p:cNvPr id="66" name="TextBox 65">
              <a:extLst>
                <a:ext uri="{FF2B5EF4-FFF2-40B4-BE49-F238E27FC236}">
                  <a16:creationId xmlns:a16="http://schemas.microsoft.com/office/drawing/2014/main" id="{5E5490F2-CAB9-4865-5CDD-C3677335540B}"/>
                </a:ext>
              </a:extLst>
            </p:cNvPr>
            <p:cNvSpPr txBox="1"/>
            <p:nvPr/>
          </p:nvSpPr>
          <p:spPr>
            <a:xfrm>
              <a:off x="1955074" y="3876016"/>
              <a:ext cx="3244414" cy="276999"/>
            </a:xfrm>
            <a:prstGeom prst="rect">
              <a:avLst/>
            </a:prstGeom>
            <a:noFill/>
            <a:ln>
              <a:solidFill>
                <a:srgbClr val="C00000"/>
              </a:solidFill>
            </a:ln>
          </p:spPr>
          <p:txBody>
            <a:bodyPr wrap="none" rtlCol="0">
              <a:spAutoFit/>
            </a:bodyPr>
            <a:lstStyle/>
            <a:p>
              <a:r>
                <a:rPr lang="en-US" sz="1200" i="1" dirty="0">
                  <a:latin typeface="Times New Roman" panose="02020603050405020304" pitchFamily="18" charset="0"/>
                  <a:cs typeface="Times New Roman" panose="02020603050405020304" pitchFamily="18" charset="0"/>
                </a:rPr>
                <a:t>   One                                   Two                   &gt;Two</a:t>
              </a:r>
            </a:p>
          </p:txBody>
        </p:sp>
      </p:grpSp>
      <p:sp>
        <p:nvSpPr>
          <p:cNvPr id="67" name="TextBox 66">
            <a:extLst>
              <a:ext uri="{FF2B5EF4-FFF2-40B4-BE49-F238E27FC236}">
                <a16:creationId xmlns:a16="http://schemas.microsoft.com/office/drawing/2014/main" id="{95A8DF57-DC23-2C7C-7FCF-98CA763D5FC3}"/>
              </a:ext>
            </a:extLst>
          </p:cNvPr>
          <p:cNvSpPr txBox="1"/>
          <p:nvPr/>
        </p:nvSpPr>
        <p:spPr>
          <a:xfrm>
            <a:off x="0" y="5173173"/>
            <a:ext cx="840714" cy="1277273"/>
          </a:xfrm>
          <a:prstGeom prst="rect">
            <a:avLst/>
          </a:prstGeom>
          <a:noFill/>
          <a:ln>
            <a:noFill/>
          </a:ln>
        </p:spPr>
        <p:txBody>
          <a:bodyPr wrap="square" rtlCol="0">
            <a:spAutoFit/>
          </a:bodyPr>
          <a:lstStyle/>
          <a:p>
            <a:pPr algn="r"/>
            <a:r>
              <a:rPr lang="en-US" sz="1100" b="1" i="1" dirty="0">
                <a:latin typeface="Times New Roman" panose="02020603050405020304" pitchFamily="18" charset="0"/>
                <a:cs typeface="Times New Roman" panose="02020603050405020304" pitchFamily="18" charset="0"/>
              </a:rPr>
              <a:t>Parametric</a:t>
            </a:r>
          </a:p>
          <a:p>
            <a:pPr algn="r"/>
            <a:endParaRPr lang="en-US" sz="1100" b="1" i="1" dirty="0">
              <a:latin typeface="Times New Roman" panose="02020603050405020304" pitchFamily="18" charset="0"/>
              <a:cs typeface="Times New Roman" panose="02020603050405020304" pitchFamily="18" charset="0"/>
            </a:endParaRPr>
          </a:p>
          <a:p>
            <a:pPr algn="r"/>
            <a:endParaRPr lang="en-US" sz="1100" b="1" i="1" dirty="0">
              <a:latin typeface="Times New Roman" panose="02020603050405020304" pitchFamily="18" charset="0"/>
              <a:cs typeface="Times New Roman" panose="02020603050405020304" pitchFamily="18" charset="0"/>
            </a:endParaRPr>
          </a:p>
          <a:p>
            <a:pPr algn="r"/>
            <a:endParaRPr lang="en-US" sz="1100" b="1" i="1" dirty="0">
              <a:latin typeface="Times New Roman" panose="02020603050405020304" pitchFamily="18" charset="0"/>
              <a:cs typeface="Times New Roman" panose="02020603050405020304" pitchFamily="18" charset="0"/>
            </a:endParaRPr>
          </a:p>
          <a:p>
            <a:pPr algn="r"/>
            <a:endParaRPr lang="en-US" sz="1100" b="1" i="1" dirty="0">
              <a:latin typeface="Times New Roman" panose="02020603050405020304" pitchFamily="18" charset="0"/>
              <a:cs typeface="Times New Roman" panose="02020603050405020304" pitchFamily="18" charset="0"/>
            </a:endParaRPr>
          </a:p>
          <a:p>
            <a:pPr algn="r"/>
            <a:r>
              <a:rPr lang="en-US" sz="1100" b="1" i="1" dirty="0">
                <a:latin typeface="Times New Roman" panose="02020603050405020304" pitchFamily="18" charset="0"/>
                <a:cs typeface="Times New Roman" panose="02020603050405020304" pitchFamily="18" charset="0"/>
              </a:rPr>
              <a:t>Non-Parametric</a:t>
            </a:r>
          </a:p>
        </p:txBody>
      </p:sp>
      <p:sp>
        <p:nvSpPr>
          <p:cNvPr id="68" name="TextBox 67">
            <a:extLst>
              <a:ext uri="{FF2B5EF4-FFF2-40B4-BE49-F238E27FC236}">
                <a16:creationId xmlns:a16="http://schemas.microsoft.com/office/drawing/2014/main" id="{6EDD7EB8-DE0D-A0F5-D1BA-F7B5D7729089}"/>
              </a:ext>
            </a:extLst>
          </p:cNvPr>
          <p:cNvSpPr txBox="1"/>
          <p:nvPr/>
        </p:nvSpPr>
        <p:spPr>
          <a:xfrm>
            <a:off x="988460" y="5336490"/>
            <a:ext cx="1039334" cy="461665"/>
          </a:xfrm>
          <a:prstGeom prst="rect">
            <a:avLst/>
          </a:prstGeom>
          <a:solidFill>
            <a:srgbClr val="FFCCCC"/>
          </a:solidFill>
          <a:ln>
            <a:solidFill>
              <a:srgbClr val="C00000"/>
            </a:solidFill>
          </a:ln>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One sample    z-test</a:t>
            </a:r>
          </a:p>
        </p:txBody>
      </p:sp>
      <p:sp>
        <p:nvSpPr>
          <p:cNvPr id="69" name="TextBox 68">
            <a:extLst>
              <a:ext uri="{FF2B5EF4-FFF2-40B4-BE49-F238E27FC236}">
                <a16:creationId xmlns:a16="http://schemas.microsoft.com/office/drawing/2014/main" id="{DC211398-329F-77D0-7642-486D1F6DECC9}"/>
              </a:ext>
            </a:extLst>
          </p:cNvPr>
          <p:cNvSpPr txBox="1"/>
          <p:nvPr/>
        </p:nvSpPr>
        <p:spPr>
          <a:xfrm>
            <a:off x="896971" y="5986315"/>
            <a:ext cx="1186012" cy="646331"/>
          </a:xfrm>
          <a:prstGeom prst="rect">
            <a:avLst/>
          </a:prstGeom>
          <a:solidFill>
            <a:srgbClr val="FFCCCC"/>
          </a:solidFill>
          <a:ln>
            <a:solidFill>
              <a:srgbClr val="C00000"/>
            </a:solidFill>
          </a:ln>
        </p:spPr>
        <p:txBody>
          <a:bodyPr wrap="square" rtlCol="0">
            <a:spAutoFit/>
          </a:bodyPr>
          <a:lstStyle/>
          <a:p>
            <a:pPr algn="ctr"/>
            <a:r>
              <a:rPr lang="en-US" sz="1200" dirty="0">
                <a:latin typeface="Times New Roman" panose="02020603050405020304" pitchFamily="18" charset="0"/>
                <a:cs typeface="Times New Roman" panose="02020603050405020304" pitchFamily="18" charset="0"/>
              </a:rPr>
              <a:t>Wilcoxon signed rank</a:t>
            </a:r>
          </a:p>
          <a:p>
            <a:pPr algn="ctr"/>
            <a:r>
              <a:rPr lang="en-US" sz="1200" dirty="0">
                <a:latin typeface="Times New Roman" panose="02020603050405020304" pitchFamily="18" charset="0"/>
                <a:cs typeface="Times New Roman" panose="02020603050405020304" pitchFamily="18" charset="0"/>
              </a:rPr>
              <a:t>z-test</a:t>
            </a:r>
          </a:p>
        </p:txBody>
      </p:sp>
      <p:cxnSp>
        <p:nvCxnSpPr>
          <p:cNvPr id="70" name="Straight Arrow Connector 69">
            <a:extLst>
              <a:ext uri="{FF2B5EF4-FFF2-40B4-BE49-F238E27FC236}">
                <a16:creationId xmlns:a16="http://schemas.microsoft.com/office/drawing/2014/main" id="{1656E3A6-2606-1C41-5391-26507CEF5B01}"/>
              </a:ext>
            </a:extLst>
          </p:cNvPr>
          <p:cNvCxnSpPr/>
          <p:nvPr/>
        </p:nvCxnSpPr>
        <p:spPr>
          <a:xfrm>
            <a:off x="4488024" y="1844070"/>
            <a:ext cx="0" cy="304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3F8AFC53-01E0-6A70-B748-BF5D92C7FF86}"/>
              </a:ext>
            </a:extLst>
          </p:cNvPr>
          <p:cNvCxnSpPr/>
          <p:nvPr/>
        </p:nvCxnSpPr>
        <p:spPr>
          <a:xfrm>
            <a:off x="3120362" y="2573910"/>
            <a:ext cx="0" cy="3241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A4EAF67-57DA-50D6-8E34-C2CFB1506058}"/>
              </a:ext>
            </a:extLst>
          </p:cNvPr>
          <p:cNvCxnSpPr>
            <a:cxnSpLocks/>
            <a:endCxn id="68" idx="0"/>
          </p:cNvCxnSpPr>
          <p:nvPr/>
        </p:nvCxnSpPr>
        <p:spPr>
          <a:xfrm flipH="1">
            <a:off x="1508127" y="4127944"/>
            <a:ext cx="204195" cy="120854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5444DE45-F587-0F4D-4416-125EE6695A5E}"/>
              </a:ext>
            </a:extLst>
          </p:cNvPr>
          <p:cNvGrpSpPr/>
          <p:nvPr/>
        </p:nvGrpSpPr>
        <p:grpSpPr>
          <a:xfrm>
            <a:off x="2152908" y="4422613"/>
            <a:ext cx="2513921" cy="536378"/>
            <a:chOff x="1937767" y="4615160"/>
            <a:chExt cx="3760765" cy="532817"/>
          </a:xfrm>
        </p:grpSpPr>
        <p:sp>
          <p:nvSpPr>
            <p:cNvPr id="74" name="TextBox 73">
              <a:extLst>
                <a:ext uri="{FF2B5EF4-FFF2-40B4-BE49-F238E27FC236}">
                  <a16:creationId xmlns:a16="http://schemas.microsoft.com/office/drawing/2014/main" id="{250DBCB2-1882-C4C2-2AE4-658BEA7388A1}"/>
                </a:ext>
              </a:extLst>
            </p:cNvPr>
            <p:cNvSpPr txBox="1"/>
            <p:nvPr/>
          </p:nvSpPr>
          <p:spPr>
            <a:xfrm>
              <a:off x="1937767" y="4615160"/>
              <a:ext cx="3760765" cy="275160"/>
            </a:xfrm>
            <a:prstGeom prst="rect">
              <a:avLst/>
            </a:prstGeom>
            <a:noFill/>
            <a:ln>
              <a:noFill/>
            </a:ln>
          </p:spPr>
          <p:txBody>
            <a:bodyPr wrap="none" rtlCol="0">
              <a:spAutoFit/>
            </a:bodyPr>
            <a:lstStyle/>
            <a:p>
              <a:r>
                <a:rPr lang="en-US" sz="1200" b="1" dirty="0">
                  <a:latin typeface="Times New Roman" panose="02020603050405020304" pitchFamily="18" charset="0"/>
                  <a:cs typeface="Times New Roman" panose="02020603050405020304" pitchFamily="18" charset="0"/>
                </a:rPr>
                <a:t>Are Samples Independent?</a:t>
              </a:r>
            </a:p>
          </p:txBody>
        </p:sp>
        <p:sp>
          <p:nvSpPr>
            <p:cNvPr id="75" name="TextBox 74">
              <a:extLst>
                <a:ext uri="{FF2B5EF4-FFF2-40B4-BE49-F238E27FC236}">
                  <a16:creationId xmlns:a16="http://schemas.microsoft.com/office/drawing/2014/main" id="{9E124C5A-FA0A-AB08-C96B-3C5DE751A6A6}"/>
                </a:ext>
              </a:extLst>
            </p:cNvPr>
            <p:cNvSpPr txBox="1"/>
            <p:nvPr/>
          </p:nvSpPr>
          <p:spPr>
            <a:xfrm>
              <a:off x="2449884" y="4872817"/>
              <a:ext cx="2720994" cy="275160"/>
            </a:xfrm>
            <a:prstGeom prst="rect">
              <a:avLst/>
            </a:prstGeom>
            <a:noFill/>
            <a:ln>
              <a:solidFill>
                <a:srgbClr val="C00000"/>
              </a:solidFill>
            </a:ln>
          </p:spPr>
          <p:txBody>
            <a:bodyPr wrap="square" rtlCol="0">
              <a:spAutoFit/>
            </a:bodyPr>
            <a:lstStyle/>
            <a:p>
              <a:r>
                <a:rPr lang="en-US" sz="1200" i="1" dirty="0">
                  <a:latin typeface="Times New Roman" panose="02020603050405020304" pitchFamily="18" charset="0"/>
                  <a:cs typeface="Times New Roman" panose="02020603050405020304" pitchFamily="18" charset="0"/>
                </a:rPr>
                <a:t>  Yes                           No                   </a:t>
              </a:r>
            </a:p>
          </p:txBody>
        </p:sp>
      </p:grpSp>
      <p:cxnSp>
        <p:nvCxnSpPr>
          <p:cNvPr id="76" name="Straight Arrow Connector 75">
            <a:extLst>
              <a:ext uri="{FF2B5EF4-FFF2-40B4-BE49-F238E27FC236}">
                <a16:creationId xmlns:a16="http://schemas.microsoft.com/office/drawing/2014/main" id="{A6A87DE8-0006-1E37-DDB4-6FBF02039472}"/>
              </a:ext>
            </a:extLst>
          </p:cNvPr>
          <p:cNvCxnSpPr>
            <a:cxnSpLocks/>
          </p:cNvCxnSpPr>
          <p:nvPr/>
        </p:nvCxnSpPr>
        <p:spPr>
          <a:xfrm>
            <a:off x="3276600" y="4147861"/>
            <a:ext cx="0" cy="28538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438B568D-A3E0-6C9F-9A26-FAE0C603D584}"/>
              </a:ext>
            </a:extLst>
          </p:cNvPr>
          <p:cNvSpPr txBox="1"/>
          <p:nvPr/>
        </p:nvSpPr>
        <p:spPr>
          <a:xfrm>
            <a:off x="2338619" y="5378712"/>
            <a:ext cx="793477" cy="461665"/>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a:solidFill>
                  <a:schemeClr val="tx1"/>
                </a:solidFill>
                <a:latin typeface="Times New Roman" panose="02020603050405020304" pitchFamily="18" charset="0"/>
                <a:cs typeface="Times New Roman" panose="02020603050405020304" pitchFamily="18" charset="0"/>
              </a:rPr>
              <a:t>Independent  t-test</a:t>
            </a:r>
          </a:p>
        </p:txBody>
      </p:sp>
      <p:sp>
        <p:nvSpPr>
          <p:cNvPr id="78" name="TextBox 77">
            <a:extLst>
              <a:ext uri="{FF2B5EF4-FFF2-40B4-BE49-F238E27FC236}">
                <a16:creationId xmlns:a16="http://schemas.microsoft.com/office/drawing/2014/main" id="{05A935F0-CE1B-B0C2-79D8-4680DE35C5EA}"/>
              </a:ext>
            </a:extLst>
          </p:cNvPr>
          <p:cNvSpPr txBox="1"/>
          <p:nvPr/>
        </p:nvSpPr>
        <p:spPr>
          <a:xfrm>
            <a:off x="3421224" y="5353208"/>
            <a:ext cx="1156867" cy="461665"/>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a:solidFill>
                  <a:schemeClr val="tx1"/>
                </a:solidFill>
                <a:latin typeface="Times New Roman" panose="02020603050405020304" pitchFamily="18" charset="0"/>
                <a:cs typeface="Times New Roman" panose="02020603050405020304" pitchFamily="18" charset="0"/>
              </a:rPr>
              <a:t>Depend t-test       (match pairs)</a:t>
            </a:r>
          </a:p>
        </p:txBody>
      </p:sp>
      <p:sp>
        <p:nvSpPr>
          <p:cNvPr id="79" name="TextBox 78">
            <a:extLst>
              <a:ext uri="{FF2B5EF4-FFF2-40B4-BE49-F238E27FC236}">
                <a16:creationId xmlns:a16="http://schemas.microsoft.com/office/drawing/2014/main" id="{F0FE971F-BFBE-DA80-9CFF-ED07CD7BFF9D}"/>
              </a:ext>
            </a:extLst>
          </p:cNvPr>
          <p:cNvSpPr txBox="1"/>
          <p:nvPr/>
        </p:nvSpPr>
        <p:spPr>
          <a:xfrm>
            <a:off x="2139240" y="5986315"/>
            <a:ext cx="1186012" cy="646331"/>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a:solidFill>
                  <a:schemeClr val="tx1"/>
                </a:solidFill>
                <a:latin typeface="Times New Roman" panose="02020603050405020304" pitchFamily="18" charset="0"/>
                <a:cs typeface="Times New Roman" panose="02020603050405020304" pitchFamily="18" charset="0"/>
              </a:rPr>
              <a:t>Wilcoxon signed rank Ind.  t-test</a:t>
            </a:r>
          </a:p>
        </p:txBody>
      </p:sp>
      <p:sp>
        <p:nvSpPr>
          <p:cNvPr id="80" name="TextBox 79">
            <a:extLst>
              <a:ext uri="{FF2B5EF4-FFF2-40B4-BE49-F238E27FC236}">
                <a16:creationId xmlns:a16="http://schemas.microsoft.com/office/drawing/2014/main" id="{4DE558E5-B4E7-155D-8EF6-ECB315B6295B}"/>
              </a:ext>
            </a:extLst>
          </p:cNvPr>
          <p:cNvSpPr txBox="1"/>
          <p:nvPr/>
        </p:nvSpPr>
        <p:spPr>
          <a:xfrm>
            <a:off x="3431260" y="6123314"/>
            <a:ext cx="1267432" cy="461665"/>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a:solidFill>
                  <a:schemeClr val="tx1"/>
                </a:solidFill>
                <a:latin typeface="Times New Roman" panose="02020603050405020304" pitchFamily="18" charset="0"/>
                <a:cs typeface="Times New Roman" panose="02020603050405020304" pitchFamily="18" charset="0"/>
              </a:rPr>
              <a:t>Wilcoxon signed rank Dep t-test</a:t>
            </a:r>
          </a:p>
        </p:txBody>
      </p:sp>
      <p:cxnSp>
        <p:nvCxnSpPr>
          <p:cNvPr id="81" name="Straight Arrow Connector 80">
            <a:extLst>
              <a:ext uri="{FF2B5EF4-FFF2-40B4-BE49-F238E27FC236}">
                <a16:creationId xmlns:a16="http://schemas.microsoft.com/office/drawing/2014/main" id="{BC766364-C0E6-A52B-0BE9-306FE49407AF}"/>
              </a:ext>
            </a:extLst>
          </p:cNvPr>
          <p:cNvCxnSpPr>
            <a:cxnSpLocks/>
            <a:endCxn id="77" idx="0"/>
          </p:cNvCxnSpPr>
          <p:nvPr/>
        </p:nvCxnSpPr>
        <p:spPr>
          <a:xfrm>
            <a:off x="2735357" y="4950348"/>
            <a:ext cx="1" cy="42836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8427701-5DCF-CF0F-07E9-4F9D28142F8C}"/>
              </a:ext>
            </a:extLst>
          </p:cNvPr>
          <p:cNvCxnSpPr>
            <a:cxnSpLocks/>
            <a:endCxn id="78" idx="0"/>
          </p:cNvCxnSpPr>
          <p:nvPr/>
        </p:nvCxnSpPr>
        <p:spPr>
          <a:xfrm>
            <a:off x="3986355" y="4984997"/>
            <a:ext cx="13303" cy="36821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2680F310-1618-ED11-26EC-92DA8530075E}"/>
              </a:ext>
            </a:extLst>
          </p:cNvPr>
          <p:cNvSpPr txBox="1"/>
          <p:nvPr/>
        </p:nvSpPr>
        <p:spPr>
          <a:xfrm>
            <a:off x="4876800" y="5321732"/>
            <a:ext cx="1440045" cy="461665"/>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a:solidFill>
                  <a:schemeClr val="tx1"/>
                </a:solidFill>
                <a:latin typeface="Times New Roman" panose="02020603050405020304" pitchFamily="18" charset="0"/>
                <a:cs typeface="Times New Roman" panose="02020603050405020304" pitchFamily="18" charset="0"/>
              </a:rPr>
              <a:t>Analysis of Variance</a:t>
            </a:r>
          </a:p>
        </p:txBody>
      </p:sp>
      <p:grpSp>
        <p:nvGrpSpPr>
          <p:cNvPr id="84" name="Group 83">
            <a:extLst>
              <a:ext uri="{FF2B5EF4-FFF2-40B4-BE49-F238E27FC236}">
                <a16:creationId xmlns:a16="http://schemas.microsoft.com/office/drawing/2014/main" id="{1A1E1EE9-26B0-C418-9B36-73F8575F751E}"/>
              </a:ext>
            </a:extLst>
          </p:cNvPr>
          <p:cNvGrpSpPr/>
          <p:nvPr/>
        </p:nvGrpSpPr>
        <p:grpSpPr>
          <a:xfrm>
            <a:off x="2278224" y="2849758"/>
            <a:ext cx="1840863" cy="500134"/>
            <a:chOff x="1873879" y="4540070"/>
            <a:chExt cx="3690806" cy="496814"/>
          </a:xfrm>
        </p:grpSpPr>
        <p:sp>
          <p:nvSpPr>
            <p:cNvPr id="85" name="TextBox 84">
              <a:extLst>
                <a:ext uri="{FF2B5EF4-FFF2-40B4-BE49-F238E27FC236}">
                  <a16:creationId xmlns:a16="http://schemas.microsoft.com/office/drawing/2014/main" id="{6075EAB2-790D-98EE-182C-72F6C04A547E}"/>
                </a:ext>
              </a:extLst>
            </p:cNvPr>
            <p:cNvSpPr txBox="1"/>
            <p:nvPr/>
          </p:nvSpPr>
          <p:spPr>
            <a:xfrm>
              <a:off x="1937766" y="4540070"/>
              <a:ext cx="3514350" cy="275160"/>
            </a:xfrm>
            <a:prstGeom prst="rect">
              <a:avLst/>
            </a:prstGeom>
            <a:noFill/>
            <a:ln>
              <a:noFill/>
            </a:ln>
          </p:spPr>
          <p:txBody>
            <a:bodyPr wrap="none" rtlCol="0">
              <a:spAutoFit/>
            </a:bodyPr>
            <a:lstStyle/>
            <a:p>
              <a:r>
                <a:rPr lang="en-US" sz="1200" b="1" dirty="0">
                  <a:latin typeface="Times New Roman" panose="02020603050405020304" pitchFamily="18" charset="0"/>
                  <a:cs typeface="Times New Roman" panose="02020603050405020304" pitchFamily="18" charset="0"/>
                </a:rPr>
                <a:t># of treatment variables</a:t>
              </a:r>
            </a:p>
          </p:txBody>
        </p:sp>
        <p:sp>
          <p:nvSpPr>
            <p:cNvPr id="86" name="TextBox 85">
              <a:extLst>
                <a:ext uri="{FF2B5EF4-FFF2-40B4-BE49-F238E27FC236}">
                  <a16:creationId xmlns:a16="http://schemas.microsoft.com/office/drawing/2014/main" id="{D7BB991C-388B-1A22-3C9C-31628F2E0C9B}"/>
                </a:ext>
              </a:extLst>
            </p:cNvPr>
            <p:cNvSpPr txBox="1"/>
            <p:nvPr/>
          </p:nvSpPr>
          <p:spPr>
            <a:xfrm>
              <a:off x="1873879" y="4761724"/>
              <a:ext cx="3690806" cy="275160"/>
            </a:xfrm>
            <a:prstGeom prst="rect">
              <a:avLst/>
            </a:prstGeom>
            <a:noFill/>
            <a:ln>
              <a:solidFill>
                <a:srgbClr val="C00000"/>
              </a:solidFill>
            </a:ln>
          </p:spPr>
          <p:txBody>
            <a:bodyPr wrap="square" rtlCol="0">
              <a:spAutoFit/>
            </a:bodyPr>
            <a:lstStyle/>
            <a:p>
              <a:r>
                <a:rPr lang="en-US" sz="1200" i="1" dirty="0">
                  <a:latin typeface="Times New Roman" panose="02020603050405020304" pitchFamily="18" charset="0"/>
                  <a:cs typeface="Times New Roman" panose="02020603050405020304" pitchFamily="18" charset="0"/>
                </a:rPr>
                <a:t>  One                                                       </a:t>
              </a:r>
            </a:p>
          </p:txBody>
        </p:sp>
      </p:grpSp>
      <p:cxnSp>
        <p:nvCxnSpPr>
          <p:cNvPr id="87" name="Straight Arrow Connector 86">
            <a:extLst>
              <a:ext uri="{FF2B5EF4-FFF2-40B4-BE49-F238E27FC236}">
                <a16:creationId xmlns:a16="http://schemas.microsoft.com/office/drawing/2014/main" id="{FE69CE68-9668-8C97-FC37-9DC697729BDE}"/>
              </a:ext>
            </a:extLst>
          </p:cNvPr>
          <p:cNvCxnSpPr>
            <a:cxnSpLocks/>
          </p:cNvCxnSpPr>
          <p:nvPr/>
        </p:nvCxnSpPr>
        <p:spPr>
          <a:xfrm>
            <a:off x="2583024" y="3355923"/>
            <a:ext cx="0" cy="2647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C42065B0-7A32-95F9-B217-158B1A054314}"/>
              </a:ext>
            </a:extLst>
          </p:cNvPr>
          <p:cNvSpPr txBox="1"/>
          <p:nvPr/>
        </p:nvSpPr>
        <p:spPr>
          <a:xfrm>
            <a:off x="4880367" y="6119209"/>
            <a:ext cx="1443880" cy="461665"/>
          </a:xfrm>
          <a:prstGeom prst="rect">
            <a:avLst/>
          </a:prstGeom>
          <a:solidFill>
            <a:srgbClr val="FFCCCC"/>
          </a:solidFill>
          <a:ln>
            <a:solidFill>
              <a:srgbClr val="C00000"/>
            </a:solidFill>
          </a:ln>
        </p:spPr>
        <p:txBody>
          <a:bodyPr wrap="square" rtlCol="0">
            <a:spAutoFit/>
          </a:bodyPr>
          <a:lstStyle>
            <a:defPPr>
              <a:defRPr lang="en-US"/>
            </a:defPPr>
            <a:lvl1pPr algn="ctr">
              <a:defRPr sz="800">
                <a:solidFill>
                  <a:srgbClr val="FFFFFF"/>
                </a:solidFill>
              </a:defRPr>
            </a:lvl1pPr>
          </a:lstStyle>
          <a:p>
            <a:r>
              <a:rPr lang="en-US" sz="1200" dirty="0" err="1">
                <a:solidFill>
                  <a:schemeClr val="tx1"/>
                </a:solidFill>
                <a:latin typeface="Times New Roman" panose="02020603050405020304" pitchFamily="18" charset="0"/>
                <a:cs typeface="Times New Roman" panose="02020603050405020304" pitchFamily="18" charset="0"/>
              </a:rPr>
              <a:t>Kruskal</a:t>
            </a:r>
            <a:r>
              <a:rPr lang="en-US" sz="1200" dirty="0">
                <a:solidFill>
                  <a:schemeClr val="tx1"/>
                </a:solidFill>
                <a:latin typeface="Times New Roman" panose="02020603050405020304" pitchFamily="18" charset="0"/>
                <a:cs typeface="Times New Roman" panose="02020603050405020304" pitchFamily="18" charset="0"/>
              </a:rPr>
              <a:t>-Wallis ANOVA</a:t>
            </a:r>
          </a:p>
        </p:txBody>
      </p:sp>
      <p:cxnSp>
        <p:nvCxnSpPr>
          <p:cNvPr id="89" name="Straight Connector 88">
            <a:extLst>
              <a:ext uri="{FF2B5EF4-FFF2-40B4-BE49-F238E27FC236}">
                <a16:creationId xmlns:a16="http://schemas.microsoft.com/office/drawing/2014/main" id="{DA1F58E0-B4BE-9131-16E0-C9370FAA17D7}"/>
              </a:ext>
            </a:extLst>
          </p:cNvPr>
          <p:cNvCxnSpPr>
            <a:cxnSpLocks/>
            <a:stCxn id="68" idx="2"/>
            <a:endCxn id="69" idx="0"/>
          </p:cNvCxnSpPr>
          <p:nvPr/>
        </p:nvCxnSpPr>
        <p:spPr bwMode="auto">
          <a:xfrm flipH="1">
            <a:off x="1489977" y="5798155"/>
            <a:ext cx="18150" cy="188160"/>
          </a:xfrm>
          <a:prstGeom prst="line">
            <a:avLst/>
          </a:prstGeom>
          <a:solidFill>
            <a:schemeClr val="accent1"/>
          </a:solidFill>
          <a:ln w="9525" cap="flat" cmpd="sng" algn="ctr">
            <a:solidFill>
              <a:srgbClr val="C00000"/>
            </a:solidFill>
            <a:prstDash val="solid"/>
            <a:round/>
            <a:headEnd type="none" w="med" len="med"/>
            <a:tailEnd type="none" w="med" len="med"/>
          </a:ln>
          <a:effectLst/>
        </p:spPr>
      </p:cxnSp>
      <p:cxnSp>
        <p:nvCxnSpPr>
          <p:cNvPr id="90" name="Straight Connector 89">
            <a:extLst>
              <a:ext uri="{FF2B5EF4-FFF2-40B4-BE49-F238E27FC236}">
                <a16:creationId xmlns:a16="http://schemas.microsoft.com/office/drawing/2014/main" id="{5F97BD06-7475-DCFB-86D3-B7740008A266}"/>
              </a:ext>
            </a:extLst>
          </p:cNvPr>
          <p:cNvCxnSpPr>
            <a:cxnSpLocks/>
            <a:stCxn id="77" idx="2"/>
            <a:endCxn id="79" idx="0"/>
          </p:cNvCxnSpPr>
          <p:nvPr/>
        </p:nvCxnSpPr>
        <p:spPr bwMode="auto">
          <a:xfrm flipH="1">
            <a:off x="2732246" y="5840377"/>
            <a:ext cx="3112" cy="145938"/>
          </a:xfrm>
          <a:prstGeom prst="line">
            <a:avLst/>
          </a:prstGeom>
          <a:solidFill>
            <a:schemeClr val="accent1"/>
          </a:solidFill>
          <a:ln w="9525" cap="flat" cmpd="sng" algn="ctr">
            <a:solidFill>
              <a:srgbClr val="C00000"/>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2D3D2304-B77C-4539-4A98-2D8184F60CAB}"/>
              </a:ext>
            </a:extLst>
          </p:cNvPr>
          <p:cNvCxnSpPr>
            <a:cxnSpLocks/>
            <a:stCxn id="78" idx="2"/>
            <a:endCxn id="80" idx="0"/>
          </p:cNvCxnSpPr>
          <p:nvPr/>
        </p:nvCxnSpPr>
        <p:spPr bwMode="auto">
          <a:xfrm>
            <a:off x="3999658" y="5814873"/>
            <a:ext cx="65318" cy="308441"/>
          </a:xfrm>
          <a:prstGeom prst="line">
            <a:avLst/>
          </a:prstGeom>
          <a:solidFill>
            <a:schemeClr val="accent1"/>
          </a:solidFill>
          <a:ln w="9525" cap="flat" cmpd="sng" algn="ctr">
            <a:solidFill>
              <a:srgbClr val="C00000"/>
            </a:solidFill>
            <a:prstDash val="solid"/>
            <a:round/>
            <a:headEnd type="none" w="med" len="med"/>
            <a:tailEnd type="none" w="med" len="med"/>
          </a:ln>
          <a:effectLst/>
        </p:spPr>
      </p:cxnSp>
      <p:cxnSp>
        <p:nvCxnSpPr>
          <p:cNvPr id="92" name="Straight Connector 91">
            <a:extLst>
              <a:ext uri="{FF2B5EF4-FFF2-40B4-BE49-F238E27FC236}">
                <a16:creationId xmlns:a16="http://schemas.microsoft.com/office/drawing/2014/main" id="{71183473-23A7-6E78-6AE7-22D87D3787AE}"/>
              </a:ext>
            </a:extLst>
          </p:cNvPr>
          <p:cNvCxnSpPr>
            <a:cxnSpLocks/>
            <a:stCxn id="83" idx="2"/>
            <a:endCxn id="88" idx="0"/>
          </p:cNvCxnSpPr>
          <p:nvPr/>
        </p:nvCxnSpPr>
        <p:spPr bwMode="auto">
          <a:xfrm>
            <a:off x="5596823" y="5783397"/>
            <a:ext cx="5484" cy="335812"/>
          </a:xfrm>
          <a:prstGeom prst="line">
            <a:avLst/>
          </a:prstGeom>
          <a:solidFill>
            <a:schemeClr val="accent1"/>
          </a:solidFill>
          <a:ln w="9525" cap="flat" cmpd="sng" algn="ctr">
            <a:solidFill>
              <a:srgbClr val="C00000"/>
            </a:solidFill>
            <a:prstDash val="solid"/>
            <a:round/>
            <a:headEnd type="none" w="med" len="med"/>
            <a:tailEnd type="none" w="med" len="med"/>
          </a:ln>
          <a:effectLst/>
        </p:spPr>
      </p:cxnSp>
      <p:cxnSp>
        <p:nvCxnSpPr>
          <p:cNvPr id="93" name="Straight Arrow Connector 92">
            <a:extLst>
              <a:ext uri="{FF2B5EF4-FFF2-40B4-BE49-F238E27FC236}">
                <a16:creationId xmlns:a16="http://schemas.microsoft.com/office/drawing/2014/main" id="{FC63B0C9-8E38-1DE1-2721-D72C527BA7B5}"/>
              </a:ext>
            </a:extLst>
          </p:cNvPr>
          <p:cNvCxnSpPr>
            <a:cxnSpLocks/>
            <a:endCxn id="83" idx="0"/>
          </p:cNvCxnSpPr>
          <p:nvPr/>
        </p:nvCxnSpPr>
        <p:spPr>
          <a:xfrm>
            <a:off x="4412186" y="4147861"/>
            <a:ext cx="1184637" cy="117387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64CCD46C-65AC-C031-0817-B46E863C99BA}"/>
              </a:ext>
            </a:extLst>
          </p:cNvPr>
          <p:cNvGrpSpPr/>
          <p:nvPr/>
        </p:nvGrpSpPr>
        <p:grpSpPr>
          <a:xfrm>
            <a:off x="6576180" y="4639273"/>
            <a:ext cx="1921613" cy="500134"/>
            <a:chOff x="1873879" y="4540070"/>
            <a:chExt cx="3690808" cy="496814"/>
          </a:xfrm>
        </p:grpSpPr>
        <p:sp>
          <p:nvSpPr>
            <p:cNvPr id="95" name="TextBox 94">
              <a:extLst>
                <a:ext uri="{FF2B5EF4-FFF2-40B4-BE49-F238E27FC236}">
                  <a16:creationId xmlns:a16="http://schemas.microsoft.com/office/drawing/2014/main" id="{9C013B66-90E5-F081-54A5-E300325AE5FD}"/>
                </a:ext>
              </a:extLst>
            </p:cNvPr>
            <p:cNvSpPr txBox="1"/>
            <p:nvPr/>
          </p:nvSpPr>
          <p:spPr>
            <a:xfrm>
              <a:off x="1937767" y="4540070"/>
              <a:ext cx="3366671" cy="275160"/>
            </a:xfrm>
            <a:prstGeom prst="rect">
              <a:avLst/>
            </a:prstGeom>
            <a:noFill/>
            <a:ln>
              <a:noFill/>
            </a:ln>
          </p:spPr>
          <p:txBody>
            <a:bodyPr wrap="none" rtlCol="0">
              <a:spAutoFit/>
            </a:bodyPr>
            <a:lstStyle/>
            <a:p>
              <a:r>
                <a:rPr lang="en-US" sz="1200" b="1" dirty="0">
                  <a:latin typeface="Times New Roman" panose="02020603050405020304" pitchFamily="18" charset="0"/>
                  <a:cs typeface="Times New Roman" panose="02020603050405020304" pitchFamily="18" charset="0"/>
                </a:rPr>
                <a:t># of treatment variables</a:t>
              </a:r>
            </a:p>
          </p:txBody>
        </p:sp>
        <p:sp>
          <p:nvSpPr>
            <p:cNvPr id="96" name="TextBox 95">
              <a:extLst>
                <a:ext uri="{FF2B5EF4-FFF2-40B4-BE49-F238E27FC236}">
                  <a16:creationId xmlns:a16="http://schemas.microsoft.com/office/drawing/2014/main" id="{A7781BBF-595E-E4B5-735B-AB2B4C369FDB}"/>
                </a:ext>
              </a:extLst>
            </p:cNvPr>
            <p:cNvSpPr txBox="1"/>
            <p:nvPr/>
          </p:nvSpPr>
          <p:spPr>
            <a:xfrm>
              <a:off x="1873879" y="4761724"/>
              <a:ext cx="3690808" cy="275160"/>
            </a:xfrm>
            <a:prstGeom prst="rect">
              <a:avLst/>
            </a:prstGeom>
            <a:noFill/>
            <a:ln>
              <a:solidFill>
                <a:srgbClr val="C00000"/>
              </a:solidFill>
            </a:ln>
          </p:spPr>
          <p:txBody>
            <a:bodyPr wrap="square" rtlCol="0">
              <a:spAutoFit/>
            </a:bodyPr>
            <a:lstStyle/>
            <a:p>
              <a:r>
                <a:rPr lang="en-US" sz="1200" i="1" dirty="0">
                  <a:latin typeface="Times New Roman" panose="02020603050405020304" pitchFamily="18" charset="0"/>
                  <a:cs typeface="Times New Roman" panose="02020603050405020304" pitchFamily="18" charset="0"/>
                </a:rPr>
                <a:t>  Two                               &gt;2                        </a:t>
              </a:r>
            </a:p>
          </p:txBody>
        </p:sp>
      </p:grpSp>
      <p:sp>
        <p:nvSpPr>
          <p:cNvPr id="97" name="TextBox 96">
            <a:extLst>
              <a:ext uri="{FF2B5EF4-FFF2-40B4-BE49-F238E27FC236}">
                <a16:creationId xmlns:a16="http://schemas.microsoft.com/office/drawing/2014/main" id="{8D7A0140-4361-7479-C033-3B726F28B704}"/>
              </a:ext>
            </a:extLst>
          </p:cNvPr>
          <p:cNvSpPr txBox="1"/>
          <p:nvPr/>
        </p:nvSpPr>
        <p:spPr>
          <a:xfrm>
            <a:off x="6501764" y="5325076"/>
            <a:ext cx="929228" cy="461665"/>
          </a:xfrm>
          <a:prstGeom prst="rect">
            <a:avLst/>
          </a:prstGeom>
          <a:solidFill>
            <a:srgbClr val="FFCCCC"/>
          </a:solidFill>
          <a:ln>
            <a:solidFill>
              <a:srgbClr val="C00000"/>
            </a:solidFill>
          </a:ln>
        </p:spPr>
        <p:txBody>
          <a:bodyPr wrap="square" rtlCol="0">
            <a:spAutoFit/>
          </a:bodyPr>
          <a:lstStyle>
            <a:defPPr>
              <a:defRPr lang="en-US"/>
            </a:defPPr>
            <a:lvl1pPr algn="ctr">
              <a:defRPr sz="1200">
                <a:latin typeface="Times New Roman" panose="02020603050405020304" pitchFamily="18" charset="0"/>
                <a:cs typeface="Times New Roman" panose="02020603050405020304" pitchFamily="18" charset="0"/>
              </a:defRPr>
            </a:lvl1pPr>
          </a:lstStyle>
          <a:p>
            <a:r>
              <a:rPr lang="en-US" dirty="0"/>
              <a:t>Pearson’s Correlation</a:t>
            </a:r>
          </a:p>
        </p:txBody>
      </p:sp>
      <p:sp>
        <p:nvSpPr>
          <p:cNvPr id="98" name="TextBox 97">
            <a:extLst>
              <a:ext uri="{FF2B5EF4-FFF2-40B4-BE49-F238E27FC236}">
                <a16:creationId xmlns:a16="http://schemas.microsoft.com/office/drawing/2014/main" id="{D0D08AAA-9AFE-3E58-5918-DD9F9962E801}"/>
              </a:ext>
            </a:extLst>
          </p:cNvPr>
          <p:cNvSpPr txBox="1"/>
          <p:nvPr/>
        </p:nvSpPr>
        <p:spPr>
          <a:xfrm>
            <a:off x="6500442" y="6080121"/>
            <a:ext cx="930550" cy="461665"/>
          </a:xfrm>
          <a:prstGeom prst="rect">
            <a:avLst/>
          </a:prstGeom>
          <a:solidFill>
            <a:srgbClr val="FFCCCC"/>
          </a:solidFill>
          <a:ln>
            <a:solidFill>
              <a:srgbClr val="C00000"/>
            </a:solidFill>
          </a:ln>
        </p:spPr>
        <p:txBody>
          <a:bodyPr wrap="square" rtlCol="0">
            <a:spAutoFit/>
          </a:bodyPr>
          <a:lstStyle>
            <a:defPPr>
              <a:defRPr lang="en-US"/>
            </a:defPPr>
            <a:lvl1pPr algn="ctr">
              <a:defRPr sz="1200">
                <a:latin typeface="Times New Roman" panose="02020603050405020304" pitchFamily="18" charset="0"/>
                <a:cs typeface="Times New Roman" panose="02020603050405020304" pitchFamily="18" charset="0"/>
              </a:defRPr>
            </a:lvl1pPr>
          </a:lstStyle>
          <a:p>
            <a:r>
              <a:rPr lang="en-US" dirty="0"/>
              <a:t>Spearman’s Rho</a:t>
            </a:r>
          </a:p>
        </p:txBody>
      </p:sp>
      <p:cxnSp>
        <p:nvCxnSpPr>
          <p:cNvPr id="100" name="Straight Connector 99">
            <a:extLst>
              <a:ext uri="{FF2B5EF4-FFF2-40B4-BE49-F238E27FC236}">
                <a16:creationId xmlns:a16="http://schemas.microsoft.com/office/drawing/2014/main" id="{F9908EFD-78BC-4E17-2D3A-9EFB0AB414E7}"/>
              </a:ext>
            </a:extLst>
          </p:cNvPr>
          <p:cNvCxnSpPr>
            <a:cxnSpLocks/>
            <a:stCxn id="97" idx="2"/>
            <a:endCxn id="98" idx="0"/>
          </p:cNvCxnSpPr>
          <p:nvPr/>
        </p:nvCxnSpPr>
        <p:spPr bwMode="auto">
          <a:xfrm flipH="1">
            <a:off x="6965717" y="5786741"/>
            <a:ext cx="661" cy="293380"/>
          </a:xfrm>
          <a:prstGeom prst="line">
            <a:avLst/>
          </a:prstGeom>
          <a:solidFill>
            <a:schemeClr val="accent1"/>
          </a:solidFill>
          <a:ln w="9525" cap="flat" cmpd="sng" algn="ctr">
            <a:solidFill>
              <a:srgbClr val="C00000"/>
            </a:solidFill>
            <a:prstDash val="solid"/>
            <a:round/>
            <a:headEnd type="none" w="med" len="med"/>
            <a:tailEnd type="none" w="med" len="med"/>
          </a:ln>
          <a:effectLst/>
        </p:spPr>
      </p:cxnSp>
      <p:sp>
        <p:nvSpPr>
          <p:cNvPr id="101" name="TextBox 100">
            <a:extLst>
              <a:ext uri="{FF2B5EF4-FFF2-40B4-BE49-F238E27FC236}">
                <a16:creationId xmlns:a16="http://schemas.microsoft.com/office/drawing/2014/main" id="{69B2EA45-D38E-E006-D516-7032C3EC2119}"/>
              </a:ext>
            </a:extLst>
          </p:cNvPr>
          <p:cNvSpPr txBox="1"/>
          <p:nvPr/>
        </p:nvSpPr>
        <p:spPr>
          <a:xfrm>
            <a:off x="7692921" y="5331767"/>
            <a:ext cx="1073592" cy="461665"/>
          </a:xfrm>
          <a:prstGeom prst="rect">
            <a:avLst/>
          </a:prstGeom>
          <a:solidFill>
            <a:srgbClr val="FFCCCC"/>
          </a:solidFill>
          <a:ln>
            <a:solidFill>
              <a:srgbClr val="C00000"/>
            </a:solidFill>
          </a:ln>
        </p:spPr>
        <p:txBody>
          <a:bodyPr wrap="square" rtlCol="0">
            <a:spAutoFit/>
          </a:bodyPr>
          <a:lstStyle>
            <a:defPPr>
              <a:defRPr lang="en-US"/>
            </a:defPPr>
            <a:lvl1pPr algn="ctr">
              <a:defRPr sz="1200">
                <a:latin typeface="Times New Roman" panose="02020603050405020304" pitchFamily="18" charset="0"/>
                <a:cs typeface="Times New Roman" panose="02020603050405020304" pitchFamily="18" charset="0"/>
              </a:defRPr>
            </a:lvl1pPr>
          </a:lstStyle>
          <a:p>
            <a:r>
              <a:rPr lang="en-US" dirty="0"/>
              <a:t>Partial    Correlation</a:t>
            </a:r>
          </a:p>
        </p:txBody>
      </p:sp>
      <p:cxnSp>
        <p:nvCxnSpPr>
          <p:cNvPr id="102" name="Straight Arrow Connector 101">
            <a:extLst>
              <a:ext uri="{FF2B5EF4-FFF2-40B4-BE49-F238E27FC236}">
                <a16:creationId xmlns:a16="http://schemas.microsoft.com/office/drawing/2014/main" id="{09958E3A-FBE6-ED6A-6F48-CB2BFB106F16}"/>
              </a:ext>
            </a:extLst>
          </p:cNvPr>
          <p:cNvCxnSpPr>
            <a:cxnSpLocks/>
            <a:endCxn id="95" idx="0"/>
          </p:cNvCxnSpPr>
          <p:nvPr/>
        </p:nvCxnSpPr>
        <p:spPr bwMode="auto">
          <a:xfrm>
            <a:off x="5334000" y="2573910"/>
            <a:ext cx="2151869" cy="206536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CEA00D45-28F7-8B59-CD2A-3EDF0E91BC6E}"/>
              </a:ext>
            </a:extLst>
          </p:cNvPr>
          <p:cNvCxnSpPr>
            <a:cxnSpLocks/>
            <a:endCxn id="97" idx="0"/>
          </p:cNvCxnSpPr>
          <p:nvPr/>
        </p:nvCxnSpPr>
        <p:spPr>
          <a:xfrm>
            <a:off x="6966378" y="5139406"/>
            <a:ext cx="0" cy="18567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15312B36-EFA8-A778-1DD1-CFD5768F5CC4}"/>
              </a:ext>
            </a:extLst>
          </p:cNvPr>
          <p:cNvCxnSpPr>
            <a:cxnSpLocks/>
          </p:cNvCxnSpPr>
          <p:nvPr/>
        </p:nvCxnSpPr>
        <p:spPr>
          <a:xfrm>
            <a:off x="8267546" y="5139407"/>
            <a:ext cx="0" cy="18094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A61C388A-B91C-8BB0-D1EE-0CECA9D3D4F8}"/>
              </a:ext>
            </a:extLst>
          </p:cNvPr>
          <p:cNvCxnSpPr/>
          <p:nvPr/>
        </p:nvCxnSpPr>
        <p:spPr bwMode="auto">
          <a:xfrm>
            <a:off x="8307821" y="2568702"/>
            <a:ext cx="371542" cy="52497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nvGrpSpPr>
          <p:cNvPr id="4" name="Group 3">
            <a:extLst>
              <a:ext uri="{FF2B5EF4-FFF2-40B4-BE49-F238E27FC236}">
                <a16:creationId xmlns:a16="http://schemas.microsoft.com/office/drawing/2014/main" id="{B4B1E73C-007D-811C-BF57-DE6A7D1CE546}"/>
              </a:ext>
            </a:extLst>
          </p:cNvPr>
          <p:cNvGrpSpPr/>
          <p:nvPr/>
        </p:nvGrpSpPr>
        <p:grpSpPr>
          <a:xfrm>
            <a:off x="8021468" y="3067684"/>
            <a:ext cx="1921614" cy="531335"/>
            <a:chOff x="1873879" y="4335245"/>
            <a:chExt cx="3690807" cy="527808"/>
          </a:xfrm>
        </p:grpSpPr>
        <p:sp>
          <p:nvSpPr>
            <p:cNvPr id="5" name="TextBox 4">
              <a:extLst>
                <a:ext uri="{FF2B5EF4-FFF2-40B4-BE49-F238E27FC236}">
                  <a16:creationId xmlns:a16="http://schemas.microsoft.com/office/drawing/2014/main" id="{8DC93839-75BE-250B-E284-2DD65D8517E9}"/>
                </a:ext>
              </a:extLst>
            </p:cNvPr>
            <p:cNvSpPr txBox="1"/>
            <p:nvPr/>
          </p:nvSpPr>
          <p:spPr>
            <a:xfrm>
              <a:off x="2392065" y="4335245"/>
              <a:ext cx="3051764" cy="275160"/>
            </a:xfrm>
            <a:prstGeom prst="rect">
              <a:avLst/>
            </a:prstGeom>
            <a:noFill/>
            <a:ln>
              <a:noFill/>
            </a:ln>
          </p:spPr>
          <p:txBody>
            <a:bodyPr wrap="square" rtlCol="0">
              <a:spAutoFit/>
            </a:bodyPr>
            <a:lstStyle/>
            <a:p>
              <a:pPr algn="ctr"/>
              <a:r>
                <a:rPr lang="en-US" sz="1200" b="1" dirty="0">
                  <a:solidFill>
                    <a:schemeClr val="tx2"/>
                  </a:solidFill>
                  <a:latin typeface="Times New Roman" panose="02020603050405020304" pitchFamily="18" charset="0"/>
                  <a:cs typeface="Times New Roman" panose="02020603050405020304" pitchFamily="18" charset="0"/>
                </a:rPr>
                <a:t># of  Input variables</a:t>
              </a:r>
              <a:endParaRPr lang="en-US" sz="800" b="1" dirty="0">
                <a:solidFill>
                  <a:schemeClr val="tx2"/>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47A923D-5313-2341-B6BD-48B30F21A1AD}"/>
                </a:ext>
              </a:extLst>
            </p:cNvPr>
            <p:cNvSpPr txBox="1"/>
            <p:nvPr/>
          </p:nvSpPr>
          <p:spPr>
            <a:xfrm>
              <a:off x="1873879" y="4618467"/>
              <a:ext cx="3690807" cy="244586"/>
            </a:xfrm>
            <a:prstGeom prst="rect">
              <a:avLst/>
            </a:prstGeom>
            <a:noFill/>
            <a:ln>
              <a:solidFill>
                <a:srgbClr val="C00000"/>
              </a:solidFill>
            </a:ln>
          </p:spPr>
          <p:txBody>
            <a:bodyPr wrap="square" rtlCol="0">
              <a:spAutoFit/>
            </a:bodyPr>
            <a:lstStyle/>
            <a:p>
              <a:r>
                <a:rPr lang="en-US" sz="1000" i="1" dirty="0">
                  <a:solidFill>
                    <a:schemeClr val="tx2"/>
                  </a:solidFill>
                  <a:latin typeface="Times New Roman" panose="02020603050405020304" pitchFamily="18" charset="0"/>
                  <a:cs typeface="Times New Roman" panose="02020603050405020304" pitchFamily="18" charset="0"/>
                </a:rPr>
                <a:t>          One                      &gt;1                        </a:t>
              </a:r>
            </a:p>
          </p:txBody>
        </p:sp>
      </p:grpSp>
      <p:sp>
        <p:nvSpPr>
          <p:cNvPr id="7" name="TextBox 6">
            <a:extLst>
              <a:ext uri="{FF2B5EF4-FFF2-40B4-BE49-F238E27FC236}">
                <a16:creationId xmlns:a16="http://schemas.microsoft.com/office/drawing/2014/main" id="{6DB121D3-712A-7FA0-D846-6A38B9C0917F}"/>
              </a:ext>
            </a:extLst>
          </p:cNvPr>
          <p:cNvSpPr txBox="1"/>
          <p:nvPr/>
        </p:nvSpPr>
        <p:spPr>
          <a:xfrm>
            <a:off x="8001000" y="3857652"/>
            <a:ext cx="1073591" cy="400110"/>
          </a:xfrm>
          <a:prstGeom prst="rect">
            <a:avLst/>
          </a:prstGeom>
          <a:solidFill>
            <a:srgbClr val="FFFFCC"/>
          </a:solidFill>
          <a:ln>
            <a:solidFill>
              <a:srgbClr val="C00000"/>
            </a:solidFill>
          </a:ln>
        </p:spPr>
        <p:txBody>
          <a:bodyPr wrap="square" rtlCol="0">
            <a:spAutoFit/>
          </a:bodyPr>
          <a:lstStyle/>
          <a:p>
            <a:pPr algn="ctr"/>
            <a:r>
              <a:rPr lang="en-US" sz="1000" dirty="0">
                <a:solidFill>
                  <a:schemeClr val="tx2"/>
                </a:solidFill>
                <a:latin typeface="Times New Roman" panose="02020603050405020304" pitchFamily="18" charset="0"/>
                <a:cs typeface="Times New Roman" panose="02020603050405020304" pitchFamily="18" charset="0"/>
              </a:rPr>
              <a:t>Simple Linear Regression</a:t>
            </a:r>
          </a:p>
        </p:txBody>
      </p:sp>
      <p:cxnSp>
        <p:nvCxnSpPr>
          <p:cNvPr id="9" name="Straight Arrow Connector 8">
            <a:extLst>
              <a:ext uri="{FF2B5EF4-FFF2-40B4-BE49-F238E27FC236}">
                <a16:creationId xmlns:a16="http://schemas.microsoft.com/office/drawing/2014/main" id="{411EEC82-4700-F09D-9255-D48BBEE72D82}"/>
              </a:ext>
            </a:extLst>
          </p:cNvPr>
          <p:cNvCxnSpPr>
            <a:cxnSpLocks/>
            <a:endCxn id="7" idx="0"/>
          </p:cNvCxnSpPr>
          <p:nvPr/>
        </p:nvCxnSpPr>
        <p:spPr>
          <a:xfrm>
            <a:off x="8537796" y="3581400"/>
            <a:ext cx="0" cy="27625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F8C2CF70-03B1-3758-E05E-BB1654C2F53B}"/>
              </a:ext>
            </a:extLst>
          </p:cNvPr>
          <p:cNvSpPr txBox="1"/>
          <p:nvPr/>
        </p:nvSpPr>
        <p:spPr>
          <a:xfrm>
            <a:off x="9406286" y="3860665"/>
            <a:ext cx="1073591" cy="400110"/>
          </a:xfrm>
          <a:prstGeom prst="rect">
            <a:avLst/>
          </a:prstGeom>
          <a:solidFill>
            <a:srgbClr val="FFFFCC"/>
          </a:solidFill>
          <a:ln>
            <a:solidFill>
              <a:srgbClr val="C00000"/>
            </a:solidFill>
          </a:ln>
        </p:spPr>
        <p:txBody>
          <a:bodyPr wrap="square" rtlCol="0">
            <a:spAutoFit/>
          </a:bodyPr>
          <a:lstStyle/>
          <a:p>
            <a:pPr algn="ctr"/>
            <a:r>
              <a:rPr lang="en-US" sz="1000" dirty="0">
                <a:solidFill>
                  <a:schemeClr val="tx2"/>
                </a:solidFill>
                <a:latin typeface="Times New Roman" panose="02020603050405020304" pitchFamily="18" charset="0"/>
                <a:cs typeface="Times New Roman" panose="02020603050405020304" pitchFamily="18" charset="0"/>
              </a:rPr>
              <a:t>Multiple Linear Regression</a:t>
            </a:r>
          </a:p>
        </p:txBody>
      </p:sp>
      <p:cxnSp>
        <p:nvCxnSpPr>
          <p:cNvPr id="10" name="Straight Arrow Connector 9">
            <a:extLst>
              <a:ext uri="{FF2B5EF4-FFF2-40B4-BE49-F238E27FC236}">
                <a16:creationId xmlns:a16="http://schemas.microsoft.com/office/drawing/2014/main" id="{D66C3A1C-3005-B0EA-2955-503C5CDB8557}"/>
              </a:ext>
            </a:extLst>
          </p:cNvPr>
          <p:cNvCxnSpPr>
            <a:cxnSpLocks/>
            <a:endCxn id="8" idx="0"/>
          </p:cNvCxnSpPr>
          <p:nvPr/>
        </p:nvCxnSpPr>
        <p:spPr>
          <a:xfrm>
            <a:off x="9525000" y="3620696"/>
            <a:ext cx="418082" cy="23996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53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918F-EF0E-3E56-4652-35CBFAC6CA18}"/>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What is multiple linear regression (MLR)?</a:t>
            </a:r>
            <a:endParaRPr lang="en-US" sz="3600" dirty="0"/>
          </a:p>
        </p:txBody>
      </p:sp>
      <p:sp>
        <p:nvSpPr>
          <p:cNvPr id="3" name="Content Placeholder 2">
            <a:extLst>
              <a:ext uri="{FF2B5EF4-FFF2-40B4-BE49-F238E27FC236}">
                <a16:creationId xmlns:a16="http://schemas.microsoft.com/office/drawing/2014/main" id="{4A13D0BA-A11A-1311-84AB-ED437FE514E1}"/>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Multiple linear regression</a:t>
            </a:r>
            <a:r>
              <a:rPr lang="en-US" sz="2400" dirty="0">
                <a:latin typeface="Times New Roman" panose="02020603050405020304" pitchFamily="18" charset="0"/>
                <a:cs typeface="Times New Roman" panose="02020603050405020304" pitchFamily="18" charset="0"/>
              </a:rPr>
              <a:t> is a generalization of simple linear regression, in the sense that this approach makes it possible to evaluate the linear relationships between </a:t>
            </a:r>
            <a:r>
              <a:rPr lang="en-US" sz="2400" u="sng" dirty="0">
                <a:latin typeface="Times New Roman" panose="02020603050405020304" pitchFamily="18" charset="0"/>
                <a:cs typeface="Times New Roman" panose="02020603050405020304" pitchFamily="18" charset="0"/>
              </a:rPr>
              <a:t>a response variable </a:t>
            </a:r>
            <a:r>
              <a:rPr lang="en-US" sz="2400" dirty="0">
                <a:latin typeface="Times New Roman" panose="02020603050405020304" pitchFamily="18" charset="0"/>
                <a:cs typeface="Times New Roman" panose="02020603050405020304" pitchFamily="18" charset="0"/>
              </a:rPr>
              <a:t>(quantitative) and </a:t>
            </a:r>
            <a:r>
              <a:rPr lang="en-US" sz="2400" u="sng" dirty="0">
                <a:latin typeface="Times New Roman" panose="02020603050405020304" pitchFamily="18" charset="0"/>
                <a:cs typeface="Times New Roman" panose="02020603050405020304" pitchFamily="18" charset="0"/>
              </a:rPr>
              <a:t>several explanatory variables </a:t>
            </a:r>
            <a:r>
              <a:rPr lang="en-US" sz="2400" dirty="0">
                <a:latin typeface="Times New Roman" panose="02020603050405020304" pitchFamily="18" charset="0"/>
                <a:cs typeface="Times New Roman" panose="02020603050405020304" pitchFamily="18" charset="0"/>
              </a:rPr>
              <a:t>(quantitative or qualitative).</a:t>
            </a:r>
          </a:p>
        </p:txBody>
      </p:sp>
      <p:pic>
        <p:nvPicPr>
          <p:cNvPr id="5" name="Picture 4">
            <a:extLst>
              <a:ext uri="{FF2B5EF4-FFF2-40B4-BE49-F238E27FC236}">
                <a16:creationId xmlns:a16="http://schemas.microsoft.com/office/drawing/2014/main" id="{7EBBE637-A876-2B78-F8C3-A1F5B4766BE5}"/>
              </a:ext>
            </a:extLst>
          </p:cNvPr>
          <p:cNvPicPr>
            <a:picLocks noChangeAspect="1"/>
          </p:cNvPicPr>
          <p:nvPr/>
        </p:nvPicPr>
        <p:blipFill>
          <a:blip r:embed="rId3"/>
          <a:stretch>
            <a:fillRect/>
          </a:stretch>
        </p:blipFill>
        <p:spPr>
          <a:xfrm>
            <a:off x="3048000" y="3733800"/>
            <a:ext cx="5731760" cy="2254956"/>
          </a:xfrm>
          <a:prstGeom prst="rect">
            <a:avLst/>
          </a:prstGeom>
        </p:spPr>
      </p:pic>
    </p:spTree>
    <p:extLst>
      <p:ext uri="{BB962C8B-B14F-4D97-AF65-F5344CB8AC3E}">
        <p14:creationId xmlns:p14="http://schemas.microsoft.com/office/powerpoint/2010/main" val="175291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6EE95-E41E-7A6B-E76D-19D46DFEF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2E762-3DCC-EFF0-7BFE-AB8C8467DF6D}"/>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When to use a MLR?</a:t>
            </a:r>
            <a:endParaRPr lang="en-US" sz="3600" dirty="0"/>
          </a:p>
        </p:txBody>
      </p:sp>
      <p:sp>
        <p:nvSpPr>
          <p:cNvPr id="3" name="Content Placeholder 2">
            <a:extLst>
              <a:ext uri="{FF2B5EF4-FFF2-40B4-BE49-F238E27FC236}">
                <a16:creationId xmlns:a16="http://schemas.microsoft.com/office/drawing/2014/main" id="{073F113E-F12F-A139-80E4-6B80E3440978}"/>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How strong the relationship is between two or more </a:t>
            </a:r>
            <a:r>
              <a:rPr lang="en-US" sz="24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independent variables</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one </a:t>
            </a:r>
            <a:r>
              <a:rPr lang="en-US" sz="2400" b="1" dirty="0">
                <a:latin typeface="Times New Roman" panose="02020603050405020304" pitchFamily="18" charset="0"/>
                <a:cs typeface="Times New Roman" panose="02020603050405020304" pitchFamily="18" charset="0"/>
              </a:rPr>
              <a:t>dependent variable </a:t>
            </a:r>
            <a:r>
              <a:rPr lang="en-US" sz="2400" dirty="0">
                <a:latin typeface="Times New Roman" panose="02020603050405020304" pitchFamily="18" charset="0"/>
                <a:cs typeface="Times New Roman" panose="02020603050405020304" pitchFamily="18" charset="0"/>
              </a:rPr>
              <a:t>(e.g. how rainfall, temperature, and amount of fertilizer added affect crop growth)</a:t>
            </a:r>
          </a:p>
        </p:txBody>
      </p:sp>
    </p:spTree>
    <p:extLst>
      <p:ext uri="{BB962C8B-B14F-4D97-AF65-F5344CB8AC3E}">
        <p14:creationId xmlns:p14="http://schemas.microsoft.com/office/powerpoint/2010/main" val="619325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D3AFC7D-8C8E-3530-46CC-3D76E414B2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B46AA-AE94-AC19-9B7A-B3650CE2D299}"/>
              </a:ext>
            </a:extLst>
          </p:cNvPr>
          <p:cNvSpPr>
            <a:spLocks noGrp="1"/>
          </p:cNvSpPr>
          <p:nvPr>
            <p:ph type="title"/>
          </p:nvPr>
        </p:nvSpPr>
        <p:spPr/>
        <p:txBody>
          <a:bodyPr>
            <a:normAutofit/>
          </a:bodyPr>
          <a:lstStyle/>
          <a:p>
            <a:pPr algn="l"/>
            <a:r>
              <a:rPr lang="en-US" sz="3600" dirty="0">
                <a:solidFill>
                  <a:srgbClr val="0070C0"/>
                </a:solidFill>
                <a:latin typeface="Times New Roman" panose="02020603050405020304" pitchFamily="18" charset="0"/>
                <a:cs typeface="Times New Roman" panose="02020603050405020304" pitchFamily="18" charset="0"/>
              </a:rPr>
              <a:t>Assumptions of multiple linear regression</a:t>
            </a:r>
          </a:p>
        </p:txBody>
      </p:sp>
      <p:sp>
        <p:nvSpPr>
          <p:cNvPr id="3" name="Content Placeholder 2">
            <a:extLst>
              <a:ext uri="{FF2B5EF4-FFF2-40B4-BE49-F238E27FC236}">
                <a16:creationId xmlns:a16="http://schemas.microsoft.com/office/drawing/2014/main" id="{12AC8EC4-53AA-4397-D916-10CEC7331C3B}"/>
              </a:ext>
            </a:extLst>
          </p:cNvPr>
          <p:cNvSpPr>
            <a:spLocks noGrp="1"/>
          </p:cNvSpPr>
          <p:nvPr>
            <p:ph idx="1"/>
          </p:nvPr>
        </p:nvSpPr>
        <p:spPr/>
        <p:txBody>
          <a:bodyPr>
            <a:normAutofit fontScale="92500" lnSpcReduction="20000"/>
          </a:bodyPr>
          <a:lstStyle/>
          <a:p>
            <a:pPr algn="l"/>
            <a:r>
              <a:rPr lang="en-US" sz="2200" b="1" i="0" dirty="0">
                <a:effectLst/>
                <a:latin typeface="Times New Roman" panose="02020603050405020304" pitchFamily="18" charset="0"/>
                <a:cs typeface="Times New Roman" panose="02020603050405020304" pitchFamily="18" charset="0"/>
              </a:rPr>
              <a:t>Homogeneity of variance (homoscedasticity)</a:t>
            </a:r>
            <a:r>
              <a:rPr lang="en-US" sz="2200" b="0" i="0" dirty="0">
                <a:effectLst/>
                <a:latin typeface="Times New Roman" panose="02020603050405020304" pitchFamily="18" charset="0"/>
                <a:cs typeface="Times New Roman" panose="02020603050405020304" pitchFamily="18" charset="0"/>
              </a:rPr>
              <a:t>: the size of the error in our prediction doesn’t change significantly across the values of the independent variable.</a:t>
            </a:r>
          </a:p>
          <a:p>
            <a:pPr algn="l"/>
            <a:endParaRPr lang="en-US" sz="2200" b="0" i="0" dirty="0">
              <a:effectLst/>
              <a:latin typeface="Times New Roman" panose="02020603050405020304" pitchFamily="18" charset="0"/>
              <a:cs typeface="Times New Roman" panose="02020603050405020304" pitchFamily="18" charset="0"/>
            </a:endParaRPr>
          </a:p>
          <a:p>
            <a:pPr algn="l"/>
            <a:r>
              <a:rPr lang="en-US" sz="2200" b="1" i="0" dirty="0">
                <a:effectLst/>
                <a:latin typeface="Times New Roman" panose="02020603050405020304" pitchFamily="18" charset="0"/>
                <a:cs typeface="Times New Roman" panose="02020603050405020304" pitchFamily="18" charset="0"/>
              </a:rPr>
              <a:t>Independence of observations</a:t>
            </a:r>
            <a:r>
              <a:rPr lang="en-US" sz="2200" b="0" i="0" dirty="0">
                <a:effectLst/>
                <a:latin typeface="Times New Roman" panose="02020603050405020304" pitchFamily="18" charset="0"/>
                <a:cs typeface="Times New Roman" panose="02020603050405020304" pitchFamily="18" charset="0"/>
              </a:rPr>
              <a:t>: the observations in the dataset were collected using statistically valid </a:t>
            </a:r>
            <a:r>
              <a:rPr lang="en-US" sz="2200" b="0" i="0" u="none"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sampling methods</a:t>
            </a:r>
            <a:r>
              <a:rPr lang="en-US" sz="2200" b="0" i="0" dirty="0">
                <a:effectLst/>
                <a:latin typeface="Times New Roman" panose="02020603050405020304" pitchFamily="18" charset="0"/>
                <a:cs typeface="Times New Roman" panose="02020603050405020304" pitchFamily="18" charset="0"/>
              </a:rPr>
              <a:t>, and there are no hidden relationships among variables.</a:t>
            </a:r>
          </a:p>
          <a:p>
            <a:pPr lvl="1"/>
            <a:r>
              <a:rPr lang="en-US" sz="2200" b="0" i="0" dirty="0">
                <a:effectLst/>
                <a:latin typeface="Times New Roman" panose="02020603050405020304" pitchFamily="18" charset="0"/>
                <a:cs typeface="Times New Roman" panose="02020603050405020304" pitchFamily="18" charset="0"/>
              </a:rPr>
              <a:t>In multiple linear regression, it is possible that some of the independent variables are actually correlated with one another, so it is important to check these before developing the regression model. If two independent variables are too highly correlated (r2 &gt; ~0.6), then only one of them should be used in the regression model.</a:t>
            </a:r>
            <a:endParaRPr lang="en-US" sz="2200" dirty="0">
              <a:latin typeface="Times New Roman" panose="02020603050405020304" pitchFamily="18" charset="0"/>
              <a:cs typeface="Times New Roman" panose="02020603050405020304" pitchFamily="18" charset="0"/>
            </a:endParaRPr>
          </a:p>
          <a:p>
            <a:pPr lvl="1"/>
            <a:endParaRPr lang="en-US" sz="2200" b="0" i="0" dirty="0">
              <a:effectLst/>
              <a:latin typeface="Times New Roman" panose="02020603050405020304" pitchFamily="18" charset="0"/>
              <a:cs typeface="Times New Roman" panose="02020603050405020304" pitchFamily="18" charset="0"/>
            </a:endParaRPr>
          </a:p>
          <a:p>
            <a:pPr algn="l">
              <a:spcAft>
                <a:spcPts val="900"/>
              </a:spcAf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The residual values are normally distributed. This can be checked by either using a normal probability plot and histogram, and Shapiro test.</a:t>
            </a:r>
          </a:p>
          <a:p>
            <a:pPr algn="l"/>
            <a:endParaRPr lang="en-US" sz="2200" b="0" i="0" dirty="0">
              <a:effectLst/>
              <a:latin typeface="Times New Roman" panose="02020603050405020304" pitchFamily="18" charset="0"/>
              <a:cs typeface="Times New Roman" panose="02020603050405020304" pitchFamily="18" charset="0"/>
            </a:endParaRPr>
          </a:p>
          <a:p>
            <a:pPr algn="l"/>
            <a:r>
              <a:rPr lang="en-US" sz="2200" b="1" i="0" dirty="0">
                <a:effectLst/>
                <a:latin typeface="Times New Roman" panose="02020603050405020304" pitchFamily="18" charset="0"/>
                <a:cs typeface="Times New Roman" panose="02020603050405020304" pitchFamily="18" charset="0"/>
              </a:rPr>
              <a:t>Linearity</a:t>
            </a:r>
            <a:r>
              <a:rPr lang="en-US" sz="2200" b="0" i="0" dirty="0">
                <a:effectLst/>
                <a:latin typeface="Times New Roman" panose="02020603050405020304" pitchFamily="18" charset="0"/>
                <a:cs typeface="Times New Roman" panose="02020603050405020304" pitchFamily="18" charset="0"/>
              </a:rPr>
              <a:t>: the line of best fit through the data points is a straight line, rather than a curve or some sort of grouping factor.</a:t>
            </a:r>
          </a:p>
          <a:p>
            <a:pPr lvl="1"/>
            <a:endParaRPr lang="en-US" sz="1200" b="0" i="0" dirty="0">
              <a:solidFill>
                <a:srgbClr val="0D405F"/>
              </a:solidFill>
              <a:effectLst/>
              <a:latin typeface="Inter"/>
            </a:endParaRPr>
          </a:p>
        </p:txBody>
      </p:sp>
    </p:spTree>
    <p:extLst>
      <p:ext uri="{BB962C8B-B14F-4D97-AF65-F5344CB8AC3E}">
        <p14:creationId xmlns:p14="http://schemas.microsoft.com/office/powerpoint/2010/main" val="3383735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47DE-ADE1-C319-8426-C17AB19AC34B}"/>
              </a:ext>
            </a:extLst>
          </p:cNvPr>
          <p:cNvSpPr>
            <a:spLocks noGrp="1"/>
          </p:cNvSpPr>
          <p:nvPr>
            <p:ph type="title"/>
          </p:nvPr>
        </p:nvSpPr>
        <p:spPr/>
        <p:txBody>
          <a:bodyPr>
            <a:normAutofit/>
          </a:bodyPr>
          <a:lstStyle/>
          <a:p>
            <a:r>
              <a:rPr lang="en-US" sz="4000" dirty="0">
                <a:solidFill>
                  <a:srgbClr val="0070C0"/>
                </a:solidFill>
                <a:latin typeface="Times New Roman" panose="02020603050405020304" pitchFamily="18" charset="0"/>
                <a:cs typeface="Times New Roman" panose="02020603050405020304" pitchFamily="18" charset="0"/>
              </a:rPr>
              <a:t>Assumptions of multiple linear regression</a:t>
            </a:r>
            <a:endParaRPr lang="en-US" sz="4000" dirty="0"/>
          </a:p>
        </p:txBody>
      </p:sp>
      <p:sp>
        <p:nvSpPr>
          <p:cNvPr id="3" name="Content Placeholder 2">
            <a:extLst>
              <a:ext uri="{FF2B5EF4-FFF2-40B4-BE49-F238E27FC236}">
                <a16:creationId xmlns:a16="http://schemas.microsoft.com/office/drawing/2014/main" id="{BFD8C868-648F-17AB-5E0D-148BB3AEB13A}"/>
              </a:ext>
            </a:extLst>
          </p:cNvPr>
          <p:cNvSpPr>
            <a:spLocks noGrp="1"/>
          </p:cNvSpPr>
          <p:nvPr>
            <p:ph idx="1"/>
          </p:nvPr>
        </p:nvSpPr>
        <p:spPr/>
        <p:txBody>
          <a:bodyPr/>
          <a:lstStyle/>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There is a </a:t>
            </a:r>
            <a:r>
              <a:rPr lang="en-US" sz="2400" b="0" i="0" u="sng" dirty="0">
                <a:solidFill>
                  <a:srgbClr val="2C40D0"/>
                </a:solidFill>
                <a:effectLst/>
                <a:latin typeface="Times New Roman" panose="02020603050405020304" pitchFamily="18" charset="0"/>
                <a:cs typeface="Times New Roman" panose="02020603050405020304" pitchFamily="18" charset="0"/>
                <a:hlinkClick r:id="rId3"/>
              </a:rPr>
              <a:t>linear relationship</a:t>
            </a:r>
            <a:r>
              <a:rPr lang="en-US" sz="2400" b="0" i="0" dirty="0">
                <a:solidFill>
                  <a:srgbClr val="111111"/>
                </a:solidFill>
                <a:effectLst/>
                <a:latin typeface="Times New Roman" panose="02020603050405020304" pitchFamily="18" charset="0"/>
                <a:cs typeface="Times New Roman" panose="02020603050405020304" pitchFamily="18" charset="0"/>
              </a:rPr>
              <a:t> between the dependent variables and the independent variables</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The independent variables are not too highly </a:t>
            </a:r>
            <a:r>
              <a:rPr lang="en-US" sz="2400" b="0" i="0" u="sng" dirty="0">
                <a:solidFill>
                  <a:srgbClr val="2C40D0"/>
                </a:solidFill>
                <a:effectLst/>
                <a:latin typeface="Times New Roman" panose="02020603050405020304" pitchFamily="18" charset="0"/>
                <a:cs typeface="Times New Roman" panose="02020603050405020304" pitchFamily="18" charset="0"/>
                <a:hlinkClick r:id="rId4"/>
              </a:rPr>
              <a:t>correlated</a:t>
            </a:r>
            <a:r>
              <a:rPr lang="en-US" sz="2400" b="0" i="0" dirty="0">
                <a:solidFill>
                  <a:srgbClr val="111111"/>
                </a:solidFill>
                <a:effectLst/>
                <a:latin typeface="Times New Roman" panose="02020603050405020304" pitchFamily="18" charset="0"/>
                <a:cs typeface="Times New Roman" panose="02020603050405020304" pitchFamily="18" charset="0"/>
              </a:rPr>
              <a:t> with each other</a:t>
            </a:r>
          </a:p>
          <a:p>
            <a:pPr algn="l">
              <a:buFont typeface="Arial" panose="020B0604020202020204" pitchFamily="34" charset="0"/>
              <a:buChar char="•"/>
            </a:pPr>
            <a:r>
              <a:rPr lang="en-US" sz="2400" b="0" i="0" dirty="0" err="1">
                <a:solidFill>
                  <a:srgbClr val="111111"/>
                </a:solidFill>
                <a:effectLst/>
                <a:latin typeface="Times New Roman" panose="02020603050405020304" pitchFamily="18" charset="0"/>
                <a:cs typeface="Times New Roman" panose="02020603050405020304" pitchFamily="18" charset="0"/>
              </a:rPr>
              <a:t>y</a:t>
            </a:r>
            <a:r>
              <a:rPr lang="en-US" sz="2400" b="0" i="0" baseline="-25000" dirty="0" err="1">
                <a:solidFill>
                  <a:srgbClr val="111111"/>
                </a:solidFill>
                <a:effectLst/>
                <a:latin typeface="Times New Roman" panose="02020603050405020304" pitchFamily="18" charset="0"/>
                <a:cs typeface="Times New Roman" panose="02020603050405020304" pitchFamily="18" charset="0"/>
              </a:rPr>
              <a:t>i</a:t>
            </a:r>
            <a:r>
              <a:rPr lang="en-US" sz="2400" b="0" i="0" dirty="0">
                <a:solidFill>
                  <a:srgbClr val="111111"/>
                </a:solidFill>
                <a:effectLst/>
                <a:latin typeface="Times New Roman" panose="02020603050405020304" pitchFamily="18" charset="0"/>
                <a:cs typeface="Times New Roman" panose="02020603050405020304" pitchFamily="18" charset="0"/>
              </a:rPr>
              <a:t> observations are selected independently and randomly from the population</a:t>
            </a:r>
          </a:p>
          <a:p>
            <a:pPr algn="l">
              <a:buFont typeface="Arial" panose="020B0604020202020204"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Residuals should be </a:t>
            </a:r>
            <a:r>
              <a:rPr lang="en-US" sz="2400" b="0" i="0" u="sng" dirty="0">
                <a:solidFill>
                  <a:srgbClr val="2C40D0"/>
                </a:solidFill>
                <a:effectLst/>
                <a:latin typeface="Times New Roman" panose="02020603050405020304" pitchFamily="18" charset="0"/>
                <a:cs typeface="Times New Roman" panose="02020603050405020304" pitchFamily="18" charset="0"/>
                <a:hlinkClick r:id="rId5"/>
              </a:rPr>
              <a:t>normally distributed</a:t>
            </a:r>
            <a:r>
              <a:rPr lang="en-US" sz="2400" b="0" i="0" dirty="0">
                <a:solidFill>
                  <a:srgbClr val="111111"/>
                </a:solidFill>
                <a:effectLst/>
                <a:latin typeface="Times New Roman" panose="02020603050405020304" pitchFamily="18" charset="0"/>
                <a:cs typeface="Times New Roman" panose="02020603050405020304" pitchFamily="18" charset="0"/>
              </a:rPr>
              <a:t> with a mean of 0 and </a:t>
            </a:r>
            <a:r>
              <a:rPr lang="en-US" sz="2400" b="0" i="0" u="sng" dirty="0">
                <a:solidFill>
                  <a:srgbClr val="2C40D0"/>
                </a:solidFill>
                <a:effectLst/>
                <a:latin typeface="Times New Roman" panose="02020603050405020304" pitchFamily="18" charset="0"/>
                <a:cs typeface="Times New Roman" panose="02020603050405020304" pitchFamily="18" charset="0"/>
                <a:hlinkClick r:id="rId6"/>
              </a:rPr>
              <a:t>variance</a:t>
            </a:r>
            <a:r>
              <a:rPr lang="en-US" sz="2400" b="0" i="0" dirty="0">
                <a:solidFill>
                  <a:srgbClr val="111111"/>
                </a:solidFill>
                <a:effectLst/>
                <a:latin typeface="Times New Roman" panose="02020603050405020304" pitchFamily="18" charset="0"/>
                <a:cs typeface="Times New Roman" panose="02020603050405020304" pitchFamily="18" charset="0"/>
              </a:rPr>
              <a:t> </a:t>
            </a:r>
            <a:r>
              <a:rPr lang="en-US" sz="2400" b="0" i="1" dirty="0">
                <a:solidFill>
                  <a:srgbClr val="111111"/>
                </a:solidFill>
                <a:effectLst/>
                <a:latin typeface="Times New Roman" panose="02020603050405020304" pitchFamily="18" charset="0"/>
                <a:cs typeface="Times New Roman" panose="02020603050405020304" pitchFamily="18" charset="0"/>
              </a:rPr>
              <a:t>σ</a:t>
            </a:r>
            <a:endParaRPr lang="en-US" sz="2400" b="0" i="0" dirty="0">
              <a:solidFill>
                <a:srgbClr val="111111"/>
              </a:solidFill>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539073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136E6-F82D-AC36-C6FF-551C6A443AC5}"/>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Assumptions of multiple linear regression</a:t>
            </a:r>
            <a:endParaRPr lang="en-US" sz="3600" dirty="0"/>
          </a:p>
        </p:txBody>
      </p:sp>
      <p:sp>
        <p:nvSpPr>
          <p:cNvPr id="3" name="Content Placeholder 2">
            <a:extLst>
              <a:ext uri="{FF2B5EF4-FFF2-40B4-BE49-F238E27FC236}">
                <a16:creationId xmlns:a16="http://schemas.microsoft.com/office/drawing/2014/main" id="{36CA71C1-AD37-2A48-B2C8-4C921E637474}"/>
              </a:ext>
            </a:extLst>
          </p:cNvPr>
          <p:cNvSpPr>
            <a:spLocks noGrp="1"/>
          </p:cNvSpPr>
          <p:nvPr>
            <p:ph idx="1"/>
          </p:nvPr>
        </p:nvSpPr>
        <p:spPr/>
        <p:txBody>
          <a:bodyPr/>
          <a:lstStyle/>
          <a:p>
            <a:r>
              <a:rPr lang="en-US" b="1" dirty="0">
                <a:effectLst/>
                <a:latin typeface="Times New Roman" panose="02020603050405020304" pitchFamily="18" charset="0"/>
                <a:cs typeface="Times New Roman" panose="02020603050405020304" pitchFamily="18" charset="0"/>
              </a:rPr>
              <a:t>Multicollinearity</a:t>
            </a:r>
            <a:r>
              <a:rPr lang="en-US" b="0" i="0" dirty="0">
                <a:effectLst/>
                <a:latin typeface="Times New Roman" panose="02020603050405020304" pitchFamily="18" charset="0"/>
                <a:cs typeface="Times New Roman" panose="02020603050405020304" pitchFamily="18" charset="0"/>
              </a:rPr>
              <a:t> meaning that the independent variables are not highly correlated with each other. </a:t>
            </a:r>
          </a:p>
          <a:p>
            <a:endParaRPr lang="en-US" dirty="0">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Multicollinearity makes it difficult to identify which variables better explain the dependent variable. </a:t>
            </a:r>
          </a:p>
          <a:p>
            <a:endParaRPr lang="en-US" dirty="0">
              <a:latin typeface="Times New Roman" panose="02020603050405020304" pitchFamily="18" charset="0"/>
              <a:cs typeface="Times New Roman" panose="02020603050405020304" pitchFamily="18" charset="0"/>
            </a:endParaRPr>
          </a:p>
          <a:p>
            <a:r>
              <a:rPr lang="en-US" b="0" i="0" dirty="0">
                <a:effectLst/>
                <a:latin typeface="Times New Roman" panose="02020603050405020304" pitchFamily="18" charset="0"/>
                <a:cs typeface="Times New Roman" panose="02020603050405020304" pitchFamily="18" charset="0"/>
              </a:rPr>
              <a:t>This assumption is verified by computing a matrix of Pearson’s bivariate correlations among all the independent variables. If there is no collinearity in the data, then all the values should be less than 0.8.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1343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40C1F-4A0B-4114-0520-E3A3249DBCFD}"/>
              </a:ext>
            </a:extLst>
          </p:cNvPr>
          <p:cNvSpPr>
            <a:spLocks noGrp="1"/>
          </p:cNvSpPr>
          <p:nvPr>
            <p:ph type="title"/>
          </p:nvPr>
        </p:nvSpPr>
        <p:spPr/>
        <p:txBody>
          <a:bodyPr/>
          <a:lstStyle/>
          <a:p>
            <a:r>
              <a:rPr lang="en-US" sz="3600" dirty="0">
                <a:solidFill>
                  <a:srgbClr val="0070C0"/>
                </a:solidFill>
                <a:latin typeface="Times New Roman" panose="02020603050405020304" pitchFamily="18" charset="0"/>
                <a:cs typeface="Times New Roman" panose="02020603050405020304" pitchFamily="18" charset="0"/>
              </a:rPr>
              <a:t>What is a Variation Inflation Factor?</a:t>
            </a:r>
          </a:p>
        </p:txBody>
      </p:sp>
      <p:sp>
        <p:nvSpPr>
          <p:cNvPr id="3" name="Content Placeholder 2">
            <a:extLst>
              <a:ext uri="{FF2B5EF4-FFF2-40B4-BE49-F238E27FC236}">
                <a16:creationId xmlns:a16="http://schemas.microsoft.com/office/drawing/2014/main" id="{D0EA53BC-8115-5077-6D14-8070A1162BDC}"/>
              </a:ext>
            </a:extLst>
          </p:cNvPr>
          <p:cNvSpPr>
            <a:spLocks noGrp="1"/>
          </p:cNvSpPr>
          <p:nvPr>
            <p:ph idx="1"/>
          </p:nvPr>
        </p:nvSpPr>
        <p:spPr/>
        <p:txBody>
          <a:bodyPr/>
          <a:lstStyle/>
          <a:p>
            <a:r>
              <a:rPr lang="en-US" dirty="0">
                <a:solidFill>
                  <a:srgbClr val="000000"/>
                </a:solidFill>
                <a:latin typeface="times new roman" panose="02020603050405020304" pitchFamily="18" charset="0"/>
              </a:rPr>
              <a:t> A variance inflation factor (VIF) provides a measure of multicollinearity among the independent variables in a multiple regression model.</a:t>
            </a:r>
          </a:p>
          <a:p>
            <a:r>
              <a:rPr lang="en-US" b="0" i="0" dirty="0">
                <a:solidFill>
                  <a:srgbClr val="000000"/>
                </a:solidFill>
                <a:effectLst/>
                <a:latin typeface="times new roman" panose="02020603050405020304" pitchFamily="18" charset="0"/>
              </a:rPr>
              <a:t>A variance inflation factor (</a:t>
            </a:r>
            <a:r>
              <a:rPr lang="en-US" b="0" i="1" dirty="0">
                <a:solidFill>
                  <a:srgbClr val="000000"/>
                </a:solidFill>
                <a:effectLst/>
                <a:latin typeface="times new roman" panose="02020603050405020304" pitchFamily="18" charset="0"/>
              </a:rPr>
              <a:t>VIF</a:t>
            </a:r>
            <a:r>
              <a:rPr lang="en-US" b="0" i="0" dirty="0">
                <a:solidFill>
                  <a:srgbClr val="000000"/>
                </a:solidFill>
                <a:effectLst/>
                <a:latin typeface="times new roman" panose="02020603050405020304" pitchFamily="18" charset="0"/>
              </a:rPr>
              <a:t>) quantifies how much the variance is inflated. </a:t>
            </a:r>
            <a:endParaRPr lang="en-US" dirty="0"/>
          </a:p>
        </p:txBody>
      </p:sp>
      <p:sp>
        <p:nvSpPr>
          <p:cNvPr id="4" name="TextBox 3">
            <a:extLst>
              <a:ext uri="{FF2B5EF4-FFF2-40B4-BE49-F238E27FC236}">
                <a16:creationId xmlns:a16="http://schemas.microsoft.com/office/drawing/2014/main" id="{685B1828-315B-FE41-51D6-03E45601A790}"/>
              </a:ext>
            </a:extLst>
          </p:cNvPr>
          <p:cNvSpPr txBox="1"/>
          <p:nvPr/>
        </p:nvSpPr>
        <p:spPr>
          <a:xfrm>
            <a:off x="2743200" y="4572000"/>
            <a:ext cx="5755102" cy="923330"/>
          </a:xfrm>
          <a:prstGeom prst="rect">
            <a:avLst/>
          </a:prstGeom>
          <a:noFill/>
        </p:spPr>
        <p:txBody>
          <a:bodyPr wrap="none" rtlCol="0">
            <a:spAutoFit/>
          </a:bodyPr>
          <a:lstStyle/>
          <a:p>
            <a:pPr algn="l">
              <a:buFont typeface="Arial" panose="020B0604020202020204" pitchFamily="34" charset="0"/>
              <a:buChar char="•"/>
            </a:pPr>
            <a:r>
              <a:rPr lang="en-US" b="0" i="0" dirty="0">
                <a:solidFill>
                  <a:srgbClr val="111111"/>
                </a:solidFill>
                <a:effectLst/>
                <a:latin typeface="Times New Roman" panose="02020603050405020304" pitchFamily="18" charset="0"/>
                <a:cs typeface="Times New Roman" panose="02020603050405020304" pitchFamily="18" charset="0"/>
              </a:rPr>
              <a:t>VIF equal to 1 = variables are not correlated</a:t>
            </a:r>
          </a:p>
          <a:p>
            <a:pPr algn="l">
              <a:buFont typeface="Arial" panose="020B0604020202020204" pitchFamily="34" charset="0"/>
              <a:buChar char="•"/>
            </a:pPr>
            <a:r>
              <a:rPr lang="en-US" b="0" i="0" dirty="0">
                <a:solidFill>
                  <a:srgbClr val="111111"/>
                </a:solidFill>
                <a:effectLst/>
                <a:latin typeface="Times New Roman" panose="02020603050405020304" pitchFamily="18" charset="0"/>
                <a:cs typeface="Times New Roman" panose="02020603050405020304" pitchFamily="18" charset="0"/>
              </a:rPr>
              <a:t>VIF between 1 and 5 = variables are moderately correlated </a:t>
            </a:r>
          </a:p>
          <a:p>
            <a:pPr algn="l">
              <a:buFont typeface="Arial" panose="020B0604020202020204" pitchFamily="34" charset="0"/>
              <a:buChar char="•"/>
            </a:pPr>
            <a:r>
              <a:rPr lang="en-US" b="0" i="0" dirty="0">
                <a:solidFill>
                  <a:srgbClr val="111111"/>
                </a:solidFill>
                <a:effectLst/>
                <a:latin typeface="Times New Roman" panose="02020603050405020304" pitchFamily="18" charset="0"/>
                <a:cs typeface="Times New Roman" panose="02020603050405020304" pitchFamily="18" charset="0"/>
              </a:rPr>
              <a:t>VIF greater than 5 = variables are highly correlated</a:t>
            </a:r>
            <a:endParaRPr lang="en-US" dirty="0"/>
          </a:p>
        </p:txBody>
      </p:sp>
    </p:spTree>
    <p:extLst>
      <p:ext uri="{BB962C8B-B14F-4D97-AF65-F5344CB8AC3E}">
        <p14:creationId xmlns:p14="http://schemas.microsoft.com/office/powerpoint/2010/main" val="3823422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7C5DD-7EA7-9422-5665-25D6E738A215}"/>
              </a:ext>
            </a:extLst>
          </p:cNvPr>
          <p:cNvSpPr>
            <a:spLocks noGrp="1"/>
          </p:cNvSpPr>
          <p:nvPr>
            <p:ph type="title"/>
          </p:nvPr>
        </p:nvSpPr>
        <p:spPr/>
        <p:txBody>
          <a:bodyPr/>
          <a:lstStyle/>
          <a:p>
            <a:r>
              <a:rPr lang="en-US" sz="3600" dirty="0">
                <a:solidFill>
                  <a:srgbClr val="0070C0"/>
                </a:solidFill>
                <a:latin typeface="Times New Roman" panose="02020603050405020304" pitchFamily="18" charset="0"/>
                <a:cs typeface="Times New Roman" panose="02020603050405020304" pitchFamily="18" charset="0"/>
              </a:rPr>
              <a:t>Multiple linear regression formula</a:t>
            </a:r>
          </a:p>
        </p:txBody>
      </p:sp>
      <p:sp>
        <p:nvSpPr>
          <p:cNvPr id="3" name="Content Placeholder 2">
            <a:extLst>
              <a:ext uri="{FF2B5EF4-FFF2-40B4-BE49-F238E27FC236}">
                <a16:creationId xmlns:a16="http://schemas.microsoft.com/office/drawing/2014/main" id="{C4449259-DBA3-A51D-A638-08C5DB63A751}"/>
              </a:ext>
            </a:extLst>
          </p:cNvPr>
          <p:cNvSpPr>
            <a:spLocks noGrp="1"/>
          </p:cNvSpPr>
          <p:nvPr>
            <p:ph idx="1"/>
          </p:nvPr>
        </p:nvSpPr>
        <p:spPr/>
        <p:txBody>
          <a:bodyPr>
            <a:normAutofit/>
          </a:bodyPr>
          <a:lstStyle/>
          <a:p>
            <a:endParaRPr lang="en-US" dirty="0"/>
          </a:p>
          <a:p>
            <a:endParaRPr lang="en-US" dirty="0"/>
          </a:p>
          <a:p>
            <a:endParaRPr lang="en-US" dirty="0"/>
          </a:p>
          <a:p>
            <a:r>
              <a:rPr lang="en-US" sz="2000" dirty="0">
                <a:latin typeface="Times New Roman" panose="02020603050405020304" pitchFamily="18" charset="0"/>
                <a:cs typeface="Times New Roman" panose="02020603050405020304" pitchFamily="18" charset="0"/>
              </a:rPr>
              <a:t>Y = the predicted value of the dependent variable</a:t>
            </a:r>
          </a:p>
          <a:p>
            <a:r>
              <a:rPr lang="en-US" sz="2000" dirty="0">
                <a:latin typeface="Times New Roman" panose="02020603050405020304" pitchFamily="18" charset="0"/>
                <a:cs typeface="Times New Roman" panose="02020603050405020304" pitchFamily="18" charset="0"/>
              </a:rPr>
              <a:t>B</a:t>
            </a:r>
            <a:r>
              <a:rPr lang="en-US" sz="2000" baseline="-25000" dirty="0">
                <a:latin typeface="Times New Roman" panose="02020603050405020304" pitchFamily="18" charset="0"/>
                <a:cs typeface="Times New Roman" panose="02020603050405020304" pitchFamily="18" charset="0"/>
              </a:rPr>
              <a:t>0</a:t>
            </a:r>
            <a:r>
              <a:rPr lang="en-US" sz="2000" dirty="0">
                <a:latin typeface="Times New Roman" panose="02020603050405020304" pitchFamily="18" charset="0"/>
                <a:cs typeface="Times New Roman" panose="02020603050405020304" pitchFamily="18" charset="0"/>
              </a:rPr>
              <a:t>= the y-intercept (value of y when all other parameters are set to 0)</a:t>
            </a:r>
          </a:p>
          <a:p>
            <a:r>
              <a:rPr lang="el-GR" sz="2000" dirty="0">
                <a:latin typeface="Times New Roman" panose="02020603050405020304" pitchFamily="18" charset="0"/>
                <a:cs typeface="Times New Roman" panose="02020603050405020304" pitchFamily="18" charset="0"/>
              </a:rPr>
              <a:t>β </a:t>
            </a:r>
            <a:r>
              <a:rPr lang="en-US" sz="2000" baseline="-25000" dirty="0">
                <a:latin typeface="Times New Roman" panose="02020603050405020304" pitchFamily="18" charset="0"/>
                <a:cs typeface="Times New Roman" panose="02020603050405020304" pitchFamily="18" charset="0"/>
              </a:rPr>
              <a:t>1 </a:t>
            </a:r>
            <a:r>
              <a:rPr lang="en-US" sz="2000" dirty="0">
                <a:latin typeface="Times New Roman" panose="02020603050405020304" pitchFamily="18" charset="0"/>
                <a:cs typeface="Times New Roman" panose="02020603050405020304" pitchFamily="18" charset="0"/>
              </a:rPr>
              <a:t>X</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the regression coefficient (</a:t>
            </a:r>
            <a:r>
              <a:rPr lang="el-GR" sz="2000" dirty="0">
                <a:latin typeface="Times New Roman" panose="02020603050405020304" pitchFamily="18" charset="0"/>
                <a:cs typeface="Times New Roman" panose="02020603050405020304" pitchFamily="18" charset="0"/>
              </a:rPr>
              <a:t>β</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of the first independent variable (X</a:t>
            </a:r>
            <a:r>
              <a:rPr lang="en-US" sz="2000" baseline="-25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 </a:t>
            </a:r>
          </a:p>
          <a:p>
            <a:r>
              <a:rPr lang="el-GR" sz="2000" dirty="0">
                <a:latin typeface="Times New Roman" panose="02020603050405020304" pitchFamily="18" charset="0"/>
                <a:cs typeface="Times New Roman" panose="02020603050405020304" pitchFamily="18" charset="0"/>
              </a:rPr>
              <a:t>β </a:t>
            </a:r>
            <a:r>
              <a:rPr lang="en-US" sz="2000" baseline="-25000" dirty="0">
                <a:latin typeface="Times New Roman" panose="02020603050405020304" pitchFamily="18" charset="0"/>
                <a:cs typeface="Times New Roman" panose="02020603050405020304" pitchFamily="18" charset="0"/>
              </a:rPr>
              <a:t>n </a:t>
            </a:r>
            <a:r>
              <a:rPr lang="en-US" sz="2000" dirty="0" err="1">
                <a:latin typeface="Times New Roman" panose="02020603050405020304" pitchFamily="18" charset="0"/>
                <a:cs typeface="Times New Roman" panose="02020603050405020304" pitchFamily="18" charset="0"/>
              </a:rPr>
              <a:t>X</a:t>
            </a:r>
            <a:r>
              <a:rPr lang="en-US" sz="2000" baseline="-25000" dirty="0" err="1">
                <a:latin typeface="Times New Roman" panose="02020603050405020304" pitchFamily="18" charset="0"/>
                <a:cs typeface="Times New Roman" panose="02020603050405020304" pitchFamily="18" charset="0"/>
              </a:rPr>
              <a:t>n</a:t>
            </a:r>
            <a:r>
              <a:rPr lang="en-US" sz="2000" baseline="-25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 do the same for however many independent variables you are testing</a:t>
            </a:r>
          </a:p>
          <a:p>
            <a:r>
              <a:rPr lang="en-US" sz="2000" dirty="0">
                <a:latin typeface="Times New Roman" panose="02020603050405020304" pitchFamily="18" charset="0"/>
                <a:cs typeface="Times New Roman" panose="02020603050405020304" pitchFamily="18" charset="0"/>
              </a:rPr>
              <a:t>ε= the regression coefficient of the last independent variable= model error (a.k.a. how much variation there is in our estimate of        )</a:t>
            </a:r>
          </a:p>
          <a:p>
            <a:endParaRPr lang="en-US" dirty="0"/>
          </a:p>
          <a:p>
            <a:endParaRPr lang="en-US" dirty="0"/>
          </a:p>
        </p:txBody>
      </p:sp>
      <p:pic>
        <p:nvPicPr>
          <p:cNvPr id="5" name="Picture 4">
            <a:extLst>
              <a:ext uri="{FF2B5EF4-FFF2-40B4-BE49-F238E27FC236}">
                <a16:creationId xmlns:a16="http://schemas.microsoft.com/office/drawing/2014/main" id="{862709BE-7E1A-10BF-A564-845813EC1F08}"/>
              </a:ext>
            </a:extLst>
          </p:cNvPr>
          <p:cNvPicPr>
            <a:picLocks noChangeAspect="1"/>
          </p:cNvPicPr>
          <p:nvPr/>
        </p:nvPicPr>
        <p:blipFill>
          <a:blip r:embed="rId2"/>
          <a:stretch>
            <a:fillRect/>
          </a:stretch>
        </p:blipFill>
        <p:spPr>
          <a:xfrm>
            <a:off x="3276600" y="1825625"/>
            <a:ext cx="6172872" cy="993775"/>
          </a:xfrm>
          <a:prstGeom prst="rect">
            <a:avLst/>
          </a:prstGeom>
        </p:spPr>
      </p:pic>
    </p:spTree>
    <p:extLst>
      <p:ext uri="{BB962C8B-B14F-4D97-AF65-F5344CB8AC3E}">
        <p14:creationId xmlns:p14="http://schemas.microsoft.com/office/powerpoint/2010/main" val="2093514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3F8E-DEEA-9520-45C6-C30C1465A9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9B678D-7A32-B2AC-C33B-458955E71BFC}"/>
              </a:ext>
            </a:extLst>
          </p:cNvPr>
          <p:cNvSpPr>
            <a:spLocks noGrp="1"/>
          </p:cNvSpPr>
          <p:nvPr>
            <p:ph type="title"/>
          </p:nvPr>
        </p:nvSpPr>
        <p:spPr/>
        <p:txBody>
          <a:bodyPr/>
          <a:lstStyle/>
          <a:p>
            <a:r>
              <a:rPr lang="en-US" sz="3600" dirty="0">
                <a:solidFill>
                  <a:srgbClr val="0070C0"/>
                </a:solidFill>
                <a:latin typeface="Times New Roman" panose="02020603050405020304" pitchFamily="18" charset="0"/>
                <a:cs typeface="Times New Roman" panose="02020603050405020304" pitchFamily="18" charset="0"/>
              </a:rPr>
              <a:t>R-Squared and Adjusted R-Squared </a:t>
            </a:r>
          </a:p>
        </p:txBody>
      </p:sp>
      <p:sp>
        <p:nvSpPr>
          <p:cNvPr id="3" name="Content Placeholder 2">
            <a:extLst>
              <a:ext uri="{FF2B5EF4-FFF2-40B4-BE49-F238E27FC236}">
                <a16:creationId xmlns:a16="http://schemas.microsoft.com/office/drawing/2014/main" id="{60DB5D6A-357F-0B7F-395F-9407964D89D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r-squared value quantifies the proportion of the variance in the dependent variable that is predictable from the independent variables.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4028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960DB-DF22-9611-C56D-2D4C297512BC}"/>
              </a:ext>
            </a:extLst>
          </p:cNvPr>
          <p:cNvSpPr>
            <a:spLocks noGrp="1"/>
          </p:cNvSpPr>
          <p:nvPr>
            <p:ph type="title"/>
          </p:nvPr>
        </p:nvSpPr>
        <p:spPr/>
        <p:txBody>
          <a:bodyPr/>
          <a:lstStyle/>
          <a:p>
            <a:r>
              <a:rPr lang="en-US" sz="3600" dirty="0">
                <a:solidFill>
                  <a:srgbClr val="0070C0"/>
                </a:solidFill>
                <a:latin typeface="Times New Roman" panose="02020603050405020304" pitchFamily="18" charset="0"/>
                <a:cs typeface="Times New Roman" panose="02020603050405020304" pitchFamily="18" charset="0"/>
              </a:rPr>
              <a:t>R-Squared and Adjusted R-Squared </a:t>
            </a:r>
          </a:p>
        </p:txBody>
      </p:sp>
      <p:sp>
        <p:nvSpPr>
          <p:cNvPr id="3" name="Content Placeholder 2">
            <a:extLst>
              <a:ext uri="{FF2B5EF4-FFF2-40B4-BE49-F238E27FC236}">
                <a16:creationId xmlns:a16="http://schemas.microsoft.com/office/drawing/2014/main" id="{271F0ACC-614C-9816-4995-A8344E2A8D1E}"/>
              </a:ext>
            </a:extLst>
          </p:cNvPr>
          <p:cNvSpPr>
            <a:spLocks noGrp="1"/>
          </p:cNvSpPr>
          <p:nvPr>
            <p:ph idx="1"/>
          </p:nvPr>
        </p:nvSpPr>
        <p:spPr/>
        <p:txBody>
          <a:bodyPr/>
          <a:lstStyle/>
          <a:p>
            <a:r>
              <a:rPr lang="en-US" b="0" i="0" dirty="0">
                <a:effectLst/>
                <a:latin typeface="Times New Roman" panose="02020603050405020304" pitchFamily="18" charset="0"/>
                <a:cs typeface="Times New Roman" panose="02020603050405020304" pitchFamily="18" charset="0"/>
              </a:rPr>
              <a:t>Adjusted r-squared, on the other hand, adjusts for the number of predictors in the model. It penalizes excessive complexity by incorporating a correction factor based on the number of predictors and sample size. Consequently, adjusted r-squared is often more reliable for comparing models with different numbers of predictors.</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8CF671C-4260-69A5-1796-61CF556BA8AA}"/>
              </a:ext>
            </a:extLst>
          </p:cNvPr>
          <p:cNvPicPr>
            <a:picLocks noChangeAspect="1"/>
          </p:cNvPicPr>
          <p:nvPr/>
        </p:nvPicPr>
        <p:blipFill>
          <a:blip r:embed="rId2"/>
          <a:srcRect l="11111" r="44444"/>
          <a:stretch/>
        </p:blipFill>
        <p:spPr>
          <a:xfrm>
            <a:off x="1394460" y="4495800"/>
            <a:ext cx="3048000" cy="1085850"/>
          </a:xfrm>
          <a:prstGeom prst="rect">
            <a:avLst/>
          </a:prstGeom>
        </p:spPr>
      </p:pic>
      <p:sp>
        <p:nvSpPr>
          <p:cNvPr id="5" name="TextBox 4">
            <a:extLst>
              <a:ext uri="{FF2B5EF4-FFF2-40B4-BE49-F238E27FC236}">
                <a16:creationId xmlns:a16="http://schemas.microsoft.com/office/drawing/2014/main" id="{AD9D99E5-E743-114A-1467-9FE2D6968E48}"/>
              </a:ext>
            </a:extLst>
          </p:cNvPr>
          <p:cNvSpPr txBox="1"/>
          <p:nvPr/>
        </p:nvSpPr>
        <p:spPr>
          <a:xfrm>
            <a:off x="5029200" y="4591050"/>
            <a:ext cx="4848187" cy="1292662"/>
          </a:xfrm>
          <a:prstGeom prst="rect">
            <a:avLst/>
          </a:prstGeom>
          <a:noFill/>
        </p:spPr>
        <p:txBody>
          <a:bodyPr wrap="none" rtlCol="0">
            <a:spAutoFit/>
          </a:bodyPr>
          <a:lstStyle/>
          <a:p>
            <a:pPr algn="l">
              <a:lnSpc>
                <a:spcPts val="2400"/>
              </a:lnSpc>
              <a:buFont typeface="Arial" panose="020B0604020202020204" pitchFamily="34" charset="0"/>
              <a:buChar char="•"/>
            </a:pPr>
            <a:r>
              <a:rPr lang="en-US" b="0" i="1" dirty="0">
                <a:solidFill>
                  <a:srgbClr val="242424"/>
                </a:solidFill>
                <a:effectLst/>
                <a:latin typeface="Times New Roman" panose="02020603050405020304" pitchFamily="18" charset="0"/>
                <a:cs typeface="Times New Roman" panose="02020603050405020304" pitchFamily="18" charset="0"/>
              </a:rPr>
              <a:t>n</a:t>
            </a:r>
            <a:r>
              <a:rPr lang="en-US" b="0" i="0" dirty="0">
                <a:solidFill>
                  <a:srgbClr val="242424"/>
                </a:solidFill>
                <a:effectLst/>
                <a:latin typeface="Times New Roman" panose="02020603050405020304" pitchFamily="18" charset="0"/>
                <a:cs typeface="Times New Roman" panose="02020603050405020304" pitchFamily="18" charset="0"/>
              </a:rPr>
              <a:t> represents the number of observations</a:t>
            </a:r>
          </a:p>
          <a:p>
            <a:pPr algn="l">
              <a:lnSpc>
                <a:spcPts val="2400"/>
              </a:lnSpc>
              <a:buFont typeface="Arial" panose="020B0604020202020204" pitchFamily="34" charset="0"/>
              <a:buChar char="•"/>
            </a:pPr>
            <a:r>
              <a:rPr lang="en-US" b="0" i="1" dirty="0">
                <a:solidFill>
                  <a:srgbClr val="242424"/>
                </a:solidFill>
                <a:effectLst/>
                <a:latin typeface="Times New Roman" panose="02020603050405020304" pitchFamily="18" charset="0"/>
                <a:cs typeface="Times New Roman" panose="02020603050405020304" pitchFamily="18" charset="0"/>
              </a:rPr>
              <a:t>p</a:t>
            </a:r>
            <a:r>
              <a:rPr lang="en-US" b="0" i="0" dirty="0">
                <a:solidFill>
                  <a:srgbClr val="242424"/>
                </a:solidFill>
                <a:effectLst/>
                <a:latin typeface="Times New Roman" panose="02020603050405020304" pitchFamily="18" charset="0"/>
                <a:cs typeface="Times New Roman" panose="02020603050405020304" pitchFamily="18" charset="0"/>
              </a:rPr>
              <a:t> signifies the number of predictors in the model</a:t>
            </a:r>
          </a:p>
          <a:p>
            <a:pPr algn="l">
              <a:lnSpc>
                <a:spcPts val="2400"/>
              </a:lnSpc>
              <a:buFont typeface="Arial" panose="020B0604020202020204" pitchFamily="34" charset="0"/>
              <a:buChar char="•"/>
            </a:pPr>
            <a:r>
              <a:rPr lang="en-US" b="0" i="1" dirty="0">
                <a:solidFill>
                  <a:srgbClr val="242424"/>
                </a:solidFill>
                <a:effectLst/>
                <a:latin typeface="Times New Roman" panose="02020603050405020304" pitchFamily="18" charset="0"/>
                <a:cs typeface="Times New Roman" panose="02020603050405020304" pitchFamily="18" charset="0"/>
              </a:rPr>
              <a:t>R</a:t>
            </a:r>
            <a:r>
              <a:rPr lang="en-US" b="0" i="0" dirty="0">
                <a:solidFill>
                  <a:srgbClr val="242424"/>
                </a:solidFill>
                <a:effectLst/>
                <a:latin typeface="Times New Roman" panose="02020603050405020304" pitchFamily="18" charset="0"/>
                <a:cs typeface="Times New Roman" panose="02020603050405020304" pitchFamily="18" charset="0"/>
              </a:rPr>
              <a:t>2 denotes the ordinary r-squared value</a:t>
            </a:r>
          </a:p>
          <a:p>
            <a:endParaRPr lang="en-US" dirty="0"/>
          </a:p>
        </p:txBody>
      </p:sp>
    </p:spTree>
    <p:extLst>
      <p:ext uri="{BB962C8B-B14F-4D97-AF65-F5344CB8AC3E}">
        <p14:creationId xmlns:p14="http://schemas.microsoft.com/office/powerpoint/2010/main" val="1501656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88855-7E68-CFC1-C906-33FC861CBC8F}"/>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Basic MLR in R: model</a:t>
            </a:r>
            <a:endParaRPr lang="en-US" sz="3600" dirty="0"/>
          </a:p>
        </p:txBody>
      </p:sp>
      <p:sp>
        <p:nvSpPr>
          <p:cNvPr id="3" name="Content Placeholder 2">
            <a:extLst>
              <a:ext uri="{FF2B5EF4-FFF2-40B4-BE49-F238E27FC236}">
                <a16:creationId xmlns:a16="http://schemas.microsoft.com/office/drawing/2014/main" id="{C15E64CE-A440-9AC2-A51E-0BEB6D24878C}"/>
              </a:ext>
            </a:extLst>
          </p:cNvPr>
          <p:cNvSpPr>
            <a:spLocks noGrp="1"/>
          </p:cNvSpPr>
          <p:nvPr>
            <p:ph idx="1"/>
          </p:nvPr>
        </p:nvSpPr>
        <p:spPr/>
        <p:txBody>
          <a:bodyPr>
            <a:normAutofit/>
          </a:bodyPr>
          <a:lstStyle/>
          <a:p>
            <a:r>
              <a:rPr lang="en-US" b="1" dirty="0"/>
              <a:t># Fit the multiple linear regression model </a:t>
            </a:r>
          </a:p>
          <a:p>
            <a:pPr marL="0" indent="0">
              <a:buNone/>
            </a:pPr>
            <a:r>
              <a:rPr lang="en-US" dirty="0"/>
              <a:t>mod &lt;- </a:t>
            </a:r>
            <a:r>
              <a:rPr lang="en-US" dirty="0" err="1"/>
              <a:t>lm</a:t>
            </a:r>
            <a:r>
              <a:rPr lang="en-US" dirty="0"/>
              <a:t>(y ~ x1 + x2 + x3, data = </a:t>
            </a:r>
            <a:r>
              <a:rPr lang="en-US" dirty="0" err="1"/>
              <a:t>my_data</a:t>
            </a:r>
            <a:r>
              <a:rPr lang="en-US" dirty="0"/>
              <a:t>) </a:t>
            </a:r>
          </a:p>
          <a:p>
            <a:pPr marL="0" indent="0">
              <a:buNone/>
            </a:pPr>
            <a:r>
              <a:rPr lang="en-US" dirty="0"/>
              <a:t>or</a:t>
            </a:r>
          </a:p>
          <a:p>
            <a:pPr marL="0" indent="0">
              <a:buNone/>
            </a:pPr>
            <a:r>
              <a:rPr lang="en-US" dirty="0"/>
              <a:t>mod &lt;- </a:t>
            </a:r>
            <a:r>
              <a:rPr lang="en-US" dirty="0" err="1"/>
              <a:t>lm</a:t>
            </a:r>
            <a:r>
              <a:rPr lang="en-US" dirty="0"/>
              <a:t>(</a:t>
            </a:r>
            <a:r>
              <a:rPr lang="en-US" dirty="0" err="1"/>
              <a:t>dep_var</a:t>
            </a:r>
            <a:r>
              <a:rPr lang="en-US" dirty="0"/>
              <a:t> ~ indep_var1 + indep_var2 + indep_var3, data = </a:t>
            </a:r>
            <a:r>
              <a:rPr lang="en-US" dirty="0" err="1"/>
              <a:t>my_data</a:t>
            </a:r>
            <a:r>
              <a:rPr lang="en-US" dirty="0"/>
              <a:t>)</a:t>
            </a:r>
          </a:p>
          <a:p>
            <a:pPr marL="0" indent="0">
              <a:buNone/>
            </a:pPr>
            <a:endParaRPr lang="en-US" dirty="0"/>
          </a:p>
          <a:p>
            <a:r>
              <a:rPr lang="en-US" b="1" dirty="0"/>
              <a:t># View the summary of the model </a:t>
            </a:r>
          </a:p>
          <a:p>
            <a:pPr marL="0" indent="0">
              <a:buNone/>
            </a:pPr>
            <a:r>
              <a:rPr lang="en-US" dirty="0"/>
              <a:t>summary(mod)</a:t>
            </a:r>
          </a:p>
        </p:txBody>
      </p:sp>
    </p:spTree>
    <p:extLst>
      <p:ext uri="{BB962C8B-B14F-4D97-AF65-F5344CB8AC3E}">
        <p14:creationId xmlns:p14="http://schemas.microsoft.com/office/powerpoint/2010/main" val="1670107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B7523-16CF-2C2B-F7A4-FDF10EFA27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E815F9-62AC-0498-1F26-F5849AE04203}"/>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Basic MLR in R: check for multicollinearity</a:t>
            </a:r>
          </a:p>
        </p:txBody>
      </p:sp>
      <p:sp>
        <p:nvSpPr>
          <p:cNvPr id="3" name="Content Placeholder 2">
            <a:extLst>
              <a:ext uri="{FF2B5EF4-FFF2-40B4-BE49-F238E27FC236}">
                <a16:creationId xmlns:a16="http://schemas.microsoft.com/office/drawing/2014/main" id="{AACC4EC8-617A-3C98-62D9-0E130C768B86}"/>
              </a:ext>
            </a:extLst>
          </p:cNvPr>
          <p:cNvSpPr>
            <a:spLocks noGrp="1"/>
          </p:cNvSpPr>
          <p:nvPr>
            <p:ph idx="1"/>
          </p:nvPr>
        </p:nvSpPr>
        <p:spPr/>
        <p:txBody>
          <a:bodyPr/>
          <a:lstStyle/>
          <a:p>
            <a:r>
              <a:rPr lang="en-US" b="1" dirty="0"/>
              <a:t># Variance Inflation Factor (VIF)</a:t>
            </a:r>
          </a:p>
          <a:p>
            <a:r>
              <a:rPr lang="en-US" dirty="0"/>
              <a:t>library(car)  </a:t>
            </a:r>
          </a:p>
          <a:p>
            <a:r>
              <a:rPr lang="en-US" dirty="0" err="1"/>
              <a:t>vif</a:t>
            </a:r>
            <a:r>
              <a:rPr lang="en-US" dirty="0"/>
              <a:t>(mod)</a:t>
            </a:r>
          </a:p>
        </p:txBody>
      </p:sp>
    </p:spTree>
    <p:extLst>
      <p:ext uri="{BB962C8B-B14F-4D97-AF65-F5344CB8AC3E}">
        <p14:creationId xmlns:p14="http://schemas.microsoft.com/office/powerpoint/2010/main" val="2410762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B4765-8C8D-5BDD-B2FF-667DF5A3E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767B07-85E1-EBDB-F8F1-698C18092F74}"/>
              </a:ext>
            </a:extLst>
          </p:cNvPr>
          <p:cNvSpPr>
            <a:spLocks noGrp="1"/>
          </p:cNvSpPr>
          <p:nvPr>
            <p:ph type="title"/>
          </p:nvPr>
        </p:nvSpPr>
        <p:spPr/>
        <p:txBody>
          <a:bodyPr>
            <a:normAutofit/>
          </a:bodyPr>
          <a:lstStyle/>
          <a:p>
            <a:r>
              <a:rPr lang="en-US" sz="3600" dirty="0">
                <a:solidFill>
                  <a:srgbClr val="0070C0"/>
                </a:solidFill>
                <a:latin typeface="Times New Roman" panose="02020603050405020304" pitchFamily="18" charset="0"/>
                <a:cs typeface="Times New Roman" panose="02020603050405020304" pitchFamily="18" charset="0"/>
              </a:rPr>
              <a:t>Basic MLR in R: Normality of Residuals</a:t>
            </a:r>
          </a:p>
        </p:txBody>
      </p:sp>
      <p:sp>
        <p:nvSpPr>
          <p:cNvPr id="3" name="Content Placeholder 2">
            <a:extLst>
              <a:ext uri="{FF2B5EF4-FFF2-40B4-BE49-F238E27FC236}">
                <a16:creationId xmlns:a16="http://schemas.microsoft.com/office/drawing/2014/main" id="{5ED4FE38-85B9-30E9-BFAF-EAD7E081374A}"/>
              </a:ext>
            </a:extLst>
          </p:cNvPr>
          <p:cNvSpPr>
            <a:spLocks noGrp="1"/>
          </p:cNvSpPr>
          <p:nvPr>
            <p:ph idx="1"/>
          </p:nvPr>
        </p:nvSpPr>
        <p:spPr/>
        <p:txBody>
          <a:bodyPr/>
          <a:lstStyle/>
          <a:p>
            <a:r>
              <a:rPr lang="en-US" b="1" dirty="0"/>
              <a:t># Histogram of residuals</a:t>
            </a:r>
          </a:p>
          <a:p>
            <a:r>
              <a:rPr lang="en-US" dirty="0"/>
              <a:t>hist(residuals(mod)</a:t>
            </a:r>
          </a:p>
          <a:p>
            <a:endParaRPr lang="en-US" b="1" dirty="0"/>
          </a:p>
          <a:p>
            <a:r>
              <a:rPr lang="en-US" b="1" dirty="0"/>
              <a:t># Shapiro-Wilk test</a:t>
            </a:r>
          </a:p>
          <a:p>
            <a:r>
              <a:rPr lang="en-US" dirty="0" err="1"/>
              <a:t>shapiro.test</a:t>
            </a:r>
            <a:r>
              <a:rPr lang="en-US" dirty="0"/>
              <a:t>(residuals(mod))</a:t>
            </a:r>
          </a:p>
        </p:txBody>
      </p:sp>
    </p:spTree>
    <p:extLst>
      <p:ext uri="{BB962C8B-B14F-4D97-AF65-F5344CB8AC3E}">
        <p14:creationId xmlns:p14="http://schemas.microsoft.com/office/powerpoint/2010/main" val="17260846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Layers</Template>
  <TotalTime>14388</TotalTime>
  <Words>922</Words>
  <Application>Microsoft Office PowerPoint</Application>
  <PresentationFormat>Widescreen</PresentationFormat>
  <Paragraphs>104</Paragraphs>
  <Slides>14</Slides>
  <Notes>2</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Aptos</vt:lpstr>
      <vt:lpstr>Aptos Display</vt:lpstr>
      <vt:lpstr>Arial</vt:lpstr>
      <vt:lpstr>Calibri</vt:lpstr>
      <vt:lpstr>Franklin Gothic Book</vt:lpstr>
      <vt:lpstr>Inter</vt:lpstr>
      <vt:lpstr>Times New Roman</vt:lpstr>
      <vt:lpstr>Times New Roman</vt:lpstr>
      <vt:lpstr>Office Theme</vt:lpstr>
      <vt:lpstr>Modeling Using  Linear Regressions</vt:lpstr>
      <vt:lpstr>When would you use a linear regression?</vt:lpstr>
      <vt:lpstr>What is multiple linear regression (MLR)?</vt:lpstr>
      <vt:lpstr>When to use a MLR?</vt:lpstr>
      <vt:lpstr>Assumptions of multiple linear regression</vt:lpstr>
      <vt:lpstr>Assumptions of multiple linear regression</vt:lpstr>
      <vt:lpstr>Assumptions of multiple linear regression</vt:lpstr>
      <vt:lpstr>What is a Variation Inflation Factor?</vt:lpstr>
      <vt:lpstr>Multiple linear regression formula</vt:lpstr>
      <vt:lpstr>R-Squared and Adjusted R-Squared </vt:lpstr>
      <vt:lpstr>R-Squared and Adjusted R-Squared </vt:lpstr>
      <vt:lpstr>Basic MLR in R: model</vt:lpstr>
      <vt:lpstr>Basic MLR in R: check for multicollinearity</vt:lpstr>
      <vt:lpstr>Basic MLR in R: Normality of Residuals</vt:lpstr>
    </vt:vector>
  </TitlesOfParts>
  <Company>Southwest Missouri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I In the Beginning</dc:title>
  <dc:creator>COE</dc:creator>
  <cp:lastModifiedBy>Pablo Esteban Gutiérrez-Fonseca (he/him)</cp:lastModifiedBy>
  <cp:revision>255</cp:revision>
  <dcterms:created xsi:type="dcterms:W3CDTF">2005-04-23T21:02:33Z</dcterms:created>
  <dcterms:modified xsi:type="dcterms:W3CDTF">2025-04-16T18:51:01Z</dcterms:modified>
</cp:coreProperties>
</file>